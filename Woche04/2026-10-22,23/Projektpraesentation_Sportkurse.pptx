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68" r:id="rId4"/>
    <p:sldId id="259" r:id="rId5"/>
    <p:sldId id="269" r:id="rId6"/>
    <p:sldId id="261" r:id="rId7"/>
    <p:sldId id="263" r:id="rId8"/>
    <p:sldId id="264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stieg" id="{77569F1E-D0AC-2775-2517-D6FFBA6E4457}">
          <p14:sldIdLst>
            <p14:sldId id="256"/>
            <p14:sldId id="257"/>
          </p14:sldIdLst>
        </p14:section>
        <p14:section name="Idee &amp; Organisation" id="{88F0B679-A483-8FBE-8CAF-1BFA147A3078}">
          <p14:sldIdLst>
            <p14:sldId id="268"/>
            <p14:sldId id="259"/>
          </p14:sldIdLst>
        </p14:section>
        <p14:section name="Umsetzung" id="{4A812D43-480F-E765-A81C-E42C8376FD08}">
          <p14:sldIdLst>
            <p14:sldId id="269"/>
            <p14:sldId id="261"/>
          </p14:sldIdLst>
        </p14:section>
        <p14:section name="Ergebnis" id="{A409D420-0C98-AF5C-E7A7-7B3A2436F982}">
          <p14:sldIdLst>
            <p14:sldId id="263"/>
            <p14:sldId id="264"/>
          </p14:sldIdLst>
        </p14:section>
        <p14:section name="Abschluss" id="{2B1FEA42-8EB0-2CAF-8BD2-29874969E3B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5E62D1-B716-4F28-B0F5-EB5F003805C4}" v="141" dt="2026-10-23T08:14:12.5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426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49" d="100"/>
          <a:sy n="49" d="100"/>
        </p:scale>
        <p:origin x="2997" y="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 B" userId="18c4d841d4848db5" providerId="LiveId" clId="{92EC6C66-B684-4AB3-BEF8-221513457936}"/>
    <pc:docChg chg="undo redo custSel addSld delSld modSld sldOrd modMainMaster modSection">
      <pc:chgData name="F B" userId="18c4d841d4848db5" providerId="LiveId" clId="{92EC6C66-B684-4AB3-BEF8-221513457936}" dt="2026-10-23T08:40:50.406" v="3123" actId="27918"/>
      <pc:docMkLst>
        <pc:docMk/>
      </pc:docMkLst>
      <pc:sldChg chg="modSp mod chgLayout">
        <pc:chgData name="F B" userId="18c4d841d4848db5" providerId="LiveId" clId="{92EC6C66-B684-4AB3-BEF8-221513457936}" dt="2026-10-22T19:20:38.641" v="2078" actId="20577"/>
        <pc:sldMkLst>
          <pc:docMk/>
          <pc:sldMk cId="0" sldId="256"/>
        </pc:sldMkLst>
        <pc:spChg chg="mod">
          <ac:chgData name="F B" userId="18c4d841d4848db5" providerId="LiveId" clId="{92EC6C66-B684-4AB3-BEF8-221513457936}" dt="2026-10-22T11:55:33.188" v="80" actId="20577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F B" userId="18c4d841d4848db5" providerId="LiveId" clId="{92EC6C66-B684-4AB3-BEF8-221513457936}" dt="2026-10-22T14:06:42.281" v="866" actId="20577"/>
          <ac:spMkLst>
            <pc:docMk/>
            <pc:sldMk cId="0" sldId="256"/>
            <ac:spMk id="3" creationId="{00000000-0000-0000-0000-000000000000}"/>
          </ac:spMkLst>
        </pc:spChg>
        <pc:spChg chg="mod ord">
          <ac:chgData name="F B" userId="18c4d841d4848db5" providerId="LiveId" clId="{92EC6C66-B684-4AB3-BEF8-221513457936}" dt="2026-10-22T14:01:28.192" v="807" actId="7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F B" userId="18c4d841d4848db5" providerId="LiveId" clId="{92EC6C66-B684-4AB3-BEF8-221513457936}" dt="2026-10-22T17:40:23.883" v="2056"/>
          <ac:spMkLst>
            <pc:docMk/>
            <pc:sldMk cId="0" sldId="256"/>
            <ac:spMk id="5" creationId="{00000000-0000-0000-0000-000000000000}"/>
          </ac:spMkLst>
        </pc:spChg>
        <pc:spChg chg="mod">
          <ac:chgData name="F B" userId="18c4d841d4848db5" providerId="LiveId" clId="{92EC6C66-B684-4AB3-BEF8-221513457936}" dt="2026-10-22T19:20:38.641" v="2078" actId="20577"/>
          <ac:spMkLst>
            <pc:docMk/>
            <pc:sldMk cId="0" sldId="256"/>
            <ac:spMk id="6" creationId="{00000000-0000-0000-0000-000000000000}"/>
          </ac:spMkLst>
        </pc:spChg>
      </pc:sldChg>
      <pc:sldChg chg="delSp modSp mod">
        <pc:chgData name="F B" userId="18c4d841d4848db5" providerId="LiveId" clId="{92EC6C66-B684-4AB3-BEF8-221513457936}" dt="2026-10-22T16:26:46.319" v="1843" actId="1036"/>
        <pc:sldMkLst>
          <pc:docMk/>
          <pc:sldMk cId="0" sldId="257"/>
        </pc:sldMkLst>
        <pc:spChg chg="mod">
          <ac:chgData name="F B" userId="18c4d841d4848db5" providerId="LiveId" clId="{92EC6C66-B684-4AB3-BEF8-221513457936}" dt="2026-10-22T14:09:38.943" v="889" actId="113"/>
          <ac:spMkLst>
            <pc:docMk/>
            <pc:sldMk cId="0" sldId="257"/>
            <ac:spMk id="2" creationId="{00000000-0000-0000-0000-000000000000}"/>
          </ac:spMkLst>
        </pc:spChg>
        <pc:spChg chg="mod">
          <ac:chgData name="F B" userId="18c4d841d4848db5" providerId="LiveId" clId="{92EC6C66-B684-4AB3-BEF8-221513457936}" dt="2026-10-22T16:26:46.319" v="1843" actId="10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F B" userId="18c4d841d4848db5" providerId="LiveId" clId="{92EC6C66-B684-4AB3-BEF8-221513457936}" dt="2026-10-22T16:26:46.319" v="1843" actId="10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F B" userId="18c4d841d4848db5" providerId="LiveId" clId="{92EC6C66-B684-4AB3-BEF8-221513457936}" dt="2026-10-22T14:06:02.455" v="852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F B" userId="18c4d841d4848db5" providerId="LiveId" clId="{92EC6C66-B684-4AB3-BEF8-221513457936}" dt="2026-10-22T16:26:46.319" v="1843" actId="103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F B" userId="18c4d841d4848db5" providerId="LiveId" clId="{92EC6C66-B684-4AB3-BEF8-221513457936}" dt="2026-10-22T16:26:46.319" v="1843" actId="103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F B" userId="18c4d841d4848db5" providerId="LiveId" clId="{92EC6C66-B684-4AB3-BEF8-221513457936}" dt="2026-10-22T16:26:46.319" v="1843" actId="103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F B" userId="18c4d841d4848db5" providerId="LiveId" clId="{92EC6C66-B684-4AB3-BEF8-221513457936}" dt="2026-10-22T16:26:46.319" v="1843" actId="103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F B" userId="18c4d841d4848db5" providerId="LiveId" clId="{92EC6C66-B684-4AB3-BEF8-221513457936}" dt="2026-10-22T14:06:12.760" v="854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F B" userId="18c4d841d4848db5" providerId="LiveId" clId="{92EC6C66-B684-4AB3-BEF8-221513457936}" dt="2026-10-22T16:26:46.319" v="1843" actId="103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F B" userId="18c4d841d4848db5" providerId="LiveId" clId="{92EC6C66-B684-4AB3-BEF8-221513457936}" dt="2026-10-22T16:26:46.319" v="1843" actId="103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F B" userId="18c4d841d4848db5" providerId="LiveId" clId="{92EC6C66-B684-4AB3-BEF8-221513457936}" dt="2026-10-22T16:26:46.319" v="1843" actId="1036"/>
          <ac:spMkLst>
            <pc:docMk/>
            <pc:sldMk cId="0" sldId="257"/>
            <ac:spMk id="23" creationId="{00000000-0000-0000-0000-000000000000}"/>
          </ac:spMkLst>
        </pc:spChg>
        <pc:spChg chg="del">
          <ac:chgData name="F B" userId="18c4d841d4848db5" providerId="LiveId" clId="{92EC6C66-B684-4AB3-BEF8-221513457936}" dt="2026-10-22T16:26:22.646" v="1820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F B" userId="18c4d841d4848db5" providerId="LiveId" clId="{92EC6C66-B684-4AB3-BEF8-221513457936}" dt="2026-10-22T16:26:31.910" v="1822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F B" userId="18c4d841d4848db5" providerId="LiveId" clId="{92EC6C66-B684-4AB3-BEF8-221513457936}" dt="2026-10-22T16:26:28.792" v="1821" actId="478"/>
          <ac:spMkLst>
            <pc:docMk/>
            <pc:sldMk cId="0" sldId="257"/>
            <ac:spMk id="26" creationId="{00000000-0000-0000-0000-000000000000}"/>
          </ac:spMkLst>
        </pc:spChg>
        <pc:spChg chg="del">
          <ac:chgData name="F B" userId="18c4d841d4848db5" providerId="LiveId" clId="{92EC6C66-B684-4AB3-BEF8-221513457936}" dt="2026-10-22T16:26:28.792" v="1821" actId="478"/>
          <ac:spMkLst>
            <pc:docMk/>
            <pc:sldMk cId="0" sldId="257"/>
            <ac:spMk id="27" creationId="{00000000-0000-0000-0000-000000000000}"/>
          </ac:spMkLst>
        </pc:spChg>
        <pc:spChg chg="mod">
          <ac:chgData name="F B" userId="18c4d841d4848db5" providerId="LiveId" clId="{92EC6C66-B684-4AB3-BEF8-221513457936}" dt="2026-10-22T16:26:46.319" v="1843" actId="1036"/>
          <ac:spMkLst>
            <pc:docMk/>
            <pc:sldMk cId="0" sldId="257"/>
            <ac:spMk id="28" creationId="{00000000-0000-0000-0000-000000000000}"/>
          </ac:spMkLst>
        </pc:spChg>
      </pc:sldChg>
      <pc:sldChg chg="addSp delSp modSp del mod">
        <pc:chgData name="F B" userId="18c4d841d4848db5" providerId="LiveId" clId="{92EC6C66-B684-4AB3-BEF8-221513457936}" dt="2026-10-22T16:06:54.228" v="1776" actId="47"/>
        <pc:sldMkLst>
          <pc:docMk/>
          <pc:sldMk cId="0" sldId="258"/>
        </pc:sldMkLst>
        <pc:spChg chg="mod">
          <ac:chgData name="F B" userId="18c4d841d4848db5" providerId="LiveId" clId="{92EC6C66-B684-4AB3-BEF8-221513457936}" dt="2026-10-22T14:09:28.081" v="887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F B" userId="18c4d841d4848db5" providerId="LiveId" clId="{92EC6C66-B684-4AB3-BEF8-221513457936}" dt="2026-10-22T15:14:45.131" v="1622" actId="20577"/>
          <ac:spMkLst>
            <pc:docMk/>
            <pc:sldMk cId="0" sldId="258"/>
            <ac:spMk id="8" creationId="{00000000-0000-0000-0000-000000000000}"/>
          </ac:spMkLst>
        </pc:spChg>
        <pc:spChg chg="del mod">
          <ac:chgData name="F B" userId="18c4d841d4848db5" providerId="LiveId" clId="{92EC6C66-B684-4AB3-BEF8-221513457936}" dt="2026-10-22T15:08:26.014" v="1465" actId="478"/>
          <ac:spMkLst>
            <pc:docMk/>
            <pc:sldMk cId="0" sldId="258"/>
            <ac:spMk id="9" creationId="{00000000-0000-0000-0000-000000000000}"/>
          </ac:spMkLst>
        </pc:spChg>
        <pc:spChg chg="mod">
          <ac:chgData name="F B" userId="18c4d841d4848db5" providerId="LiveId" clId="{92EC6C66-B684-4AB3-BEF8-221513457936}" dt="2026-10-22T15:09:02.365" v="1482" actId="20577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F B" userId="18c4d841d4848db5" providerId="LiveId" clId="{92EC6C66-B684-4AB3-BEF8-221513457936}" dt="2026-10-22T14:07:24.714" v="879" actId="478"/>
          <ac:spMkLst>
            <pc:docMk/>
            <pc:sldMk cId="0" sldId="258"/>
            <ac:spMk id="15" creationId="{00000000-0000-0000-0000-000000000000}"/>
          </ac:spMkLst>
        </pc:spChg>
        <pc:spChg chg="mod">
          <ac:chgData name="F B" userId="18c4d841d4848db5" providerId="LiveId" clId="{92EC6C66-B684-4AB3-BEF8-221513457936}" dt="2026-10-22T12:46:10.345" v="681" actId="20577"/>
          <ac:spMkLst>
            <pc:docMk/>
            <pc:sldMk cId="0" sldId="258"/>
            <ac:spMk id="20" creationId="{00000000-0000-0000-0000-000000000000}"/>
          </ac:spMkLst>
        </pc:spChg>
        <pc:spChg chg="del mod">
          <ac:chgData name="F B" userId="18c4d841d4848db5" providerId="LiveId" clId="{92EC6C66-B684-4AB3-BEF8-221513457936}" dt="2026-10-22T12:46:17.465" v="683" actId="478"/>
          <ac:spMkLst>
            <pc:docMk/>
            <pc:sldMk cId="0" sldId="258"/>
            <ac:spMk id="21" creationId="{00000000-0000-0000-0000-000000000000}"/>
          </ac:spMkLst>
        </pc:spChg>
        <pc:graphicFrameChg chg="add del mod">
          <ac:chgData name="F B" userId="18c4d841d4848db5" providerId="LiveId" clId="{92EC6C66-B684-4AB3-BEF8-221513457936}" dt="2026-10-22T12:13:12.763" v="340" actId="478"/>
          <ac:graphicFrameMkLst>
            <pc:docMk/>
            <pc:sldMk cId="0" sldId="258"/>
            <ac:graphicFrameMk id="3" creationId="{9506CAAA-FDB5-11F1-ACA8-785B1EC25ACD}"/>
          </ac:graphicFrameMkLst>
        </pc:graphicFrameChg>
        <pc:graphicFrameChg chg="add del mod modGraphic">
          <ac:chgData name="F B" userId="18c4d841d4848db5" providerId="LiveId" clId="{92EC6C66-B684-4AB3-BEF8-221513457936}" dt="2026-10-22T12:43:52.381" v="556" actId="478"/>
          <ac:graphicFrameMkLst>
            <pc:docMk/>
            <pc:sldMk cId="0" sldId="258"/>
            <ac:graphicFrameMk id="22" creationId="{28EE04C0-8479-779F-4BE9-9F533DDD0C0A}"/>
          </ac:graphicFrameMkLst>
        </pc:graphicFrameChg>
      </pc:sldChg>
      <pc:sldChg chg="modSp mod">
        <pc:chgData name="F B" userId="18c4d841d4848db5" providerId="LiveId" clId="{92EC6C66-B684-4AB3-BEF8-221513457936}" dt="2026-10-22T20:03:31.883" v="2389" actId="207"/>
        <pc:sldMkLst>
          <pc:docMk/>
          <pc:sldMk cId="0" sldId="259"/>
        </pc:sldMkLst>
        <pc:spChg chg="mod">
          <ac:chgData name="F B" userId="18c4d841d4848db5" providerId="LiveId" clId="{92EC6C66-B684-4AB3-BEF8-221513457936}" dt="2026-10-22T15:10:12.150" v="1492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F B" userId="18c4d841d4848db5" providerId="LiveId" clId="{92EC6C66-B684-4AB3-BEF8-221513457936}" dt="2026-10-22T20:03:31.883" v="2389" actId="207"/>
          <ac:spMkLst>
            <pc:docMk/>
            <pc:sldMk cId="0" sldId="259"/>
            <ac:spMk id="6" creationId="{00000000-0000-0000-0000-000000000000}"/>
          </ac:spMkLst>
        </pc:spChg>
        <pc:spChg chg="mod">
          <ac:chgData name="F B" userId="18c4d841d4848db5" providerId="LiveId" clId="{92EC6C66-B684-4AB3-BEF8-221513457936}" dt="2026-10-22T16:27:53.905" v="1865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F B" userId="18c4d841d4848db5" providerId="LiveId" clId="{92EC6C66-B684-4AB3-BEF8-221513457936}" dt="2026-10-22T16:28:23.828" v="1866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F B" userId="18c4d841d4848db5" providerId="LiveId" clId="{92EC6C66-B684-4AB3-BEF8-221513457936}" dt="2026-10-22T20:03:21.986" v="2388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F B" userId="18c4d841d4848db5" providerId="LiveId" clId="{92EC6C66-B684-4AB3-BEF8-221513457936}" dt="2026-10-22T20:03:15.597" v="2387" actId="207"/>
          <ac:spMkLst>
            <pc:docMk/>
            <pc:sldMk cId="0" sldId="259"/>
            <ac:spMk id="24" creationId="{00000000-0000-0000-0000-000000000000}"/>
          </ac:spMkLst>
        </pc:spChg>
        <pc:spChg chg="mod">
          <ac:chgData name="F B" userId="18c4d841d4848db5" providerId="LiveId" clId="{92EC6C66-B684-4AB3-BEF8-221513457936}" dt="2026-10-22T16:27:42.978" v="1855" actId="2057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F B" userId="18c4d841d4848db5" providerId="LiveId" clId="{92EC6C66-B684-4AB3-BEF8-221513457936}" dt="2026-10-22T17:41:24.226" v="2062" actId="20577"/>
          <ac:spMkLst>
            <pc:docMk/>
            <pc:sldMk cId="0" sldId="259"/>
            <ac:spMk id="35" creationId="{00000000-0000-0000-0000-000000000000}"/>
          </ac:spMkLst>
        </pc:spChg>
        <pc:spChg chg="mod">
          <ac:chgData name="F B" userId="18c4d841d4848db5" providerId="LiveId" clId="{92EC6C66-B684-4AB3-BEF8-221513457936}" dt="2026-10-22T15:11:15.558" v="1526" actId="20577"/>
          <ac:spMkLst>
            <pc:docMk/>
            <pc:sldMk cId="0" sldId="259"/>
            <ac:spMk id="36" creationId="{00000000-0000-0000-0000-000000000000}"/>
          </ac:spMkLst>
        </pc:spChg>
        <pc:spChg chg="mod">
          <ac:chgData name="F B" userId="18c4d841d4848db5" providerId="LiveId" clId="{92EC6C66-B684-4AB3-BEF8-221513457936}" dt="2026-10-22T12:47:22.199" v="718" actId="20577"/>
          <ac:spMkLst>
            <pc:docMk/>
            <pc:sldMk cId="0" sldId="259"/>
            <ac:spMk id="40" creationId="{00000000-0000-0000-0000-000000000000}"/>
          </ac:spMkLst>
        </pc:spChg>
        <pc:spChg chg="mod">
          <ac:chgData name="F B" userId="18c4d841d4848db5" providerId="LiveId" clId="{92EC6C66-B684-4AB3-BEF8-221513457936}" dt="2026-10-22T15:10:57.615" v="1511" actId="20577"/>
          <ac:spMkLst>
            <pc:docMk/>
            <pc:sldMk cId="0" sldId="259"/>
            <ac:spMk id="41" creationId="{00000000-0000-0000-0000-000000000000}"/>
          </ac:spMkLst>
        </pc:spChg>
        <pc:spChg chg="mod">
          <ac:chgData name="F B" userId="18c4d841d4848db5" providerId="LiveId" clId="{92EC6C66-B684-4AB3-BEF8-221513457936}" dt="2026-10-22T16:25:56.592" v="1819" actId="20577"/>
          <ac:spMkLst>
            <pc:docMk/>
            <pc:sldMk cId="0" sldId="259"/>
            <ac:spMk id="42" creationId="{00000000-0000-0000-0000-000000000000}"/>
          </ac:spMkLst>
        </pc:spChg>
      </pc:sldChg>
      <pc:sldChg chg="addSp delSp modSp del mod">
        <pc:chgData name="F B" userId="18c4d841d4848db5" providerId="LiveId" clId="{92EC6C66-B684-4AB3-BEF8-221513457936}" dt="2026-10-22T19:17:39.250" v="2076" actId="47"/>
        <pc:sldMkLst>
          <pc:docMk/>
          <pc:sldMk cId="0" sldId="260"/>
        </pc:sldMkLst>
        <pc:spChg chg="mod">
          <ac:chgData name="F B" userId="18c4d841d4848db5" providerId="LiveId" clId="{92EC6C66-B684-4AB3-BEF8-221513457936}" dt="2026-10-22T14:25:10.466" v="1075" actId="113"/>
          <ac:spMkLst>
            <pc:docMk/>
            <pc:sldMk cId="0" sldId="260"/>
            <ac:spMk id="2" creationId="{00000000-0000-0000-0000-000000000000}"/>
          </ac:spMkLst>
        </pc:spChg>
        <pc:spChg chg="mod">
          <ac:chgData name="F B" userId="18c4d841d4848db5" providerId="LiveId" clId="{92EC6C66-B684-4AB3-BEF8-221513457936}" dt="2026-10-22T14:29:07.046" v="1111" actId="1037"/>
          <ac:spMkLst>
            <pc:docMk/>
            <pc:sldMk cId="0" sldId="260"/>
            <ac:spMk id="3" creationId="{00000000-0000-0000-0000-000000000000}"/>
          </ac:spMkLst>
        </pc:spChg>
        <pc:spChg chg="mod">
          <ac:chgData name="F B" userId="18c4d841d4848db5" providerId="LiveId" clId="{92EC6C66-B684-4AB3-BEF8-221513457936}" dt="2026-10-22T14:18:49.913" v="974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F B" userId="18c4d841d4848db5" providerId="LiveId" clId="{92EC6C66-B684-4AB3-BEF8-221513457936}" dt="2026-10-22T14:41:47.734" v="1439" actId="14100"/>
          <ac:spMkLst>
            <pc:docMk/>
            <pc:sldMk cId="0" sldId="260"/>
            <ac:spMk id="7" creationId="{00000000-0000-0000-0000-000000000000}"/>
          </ac:spMkLst>
        </pc:spChg>
        <pc:spChg chg="del">
          <ac:chgData name="F B" userId="18c4d841d4848db5" providerId="LiveId" clId="{92EC6C66-B684-4AB3-BEF8-221513457936}" dt="2026-10-22T14:28:48.973" v="1102" actId="478"/>
          <ac:spMkLst>
            <pc:docMk/>
            <pc:sldMk cId="0" sldId="260"/>
            <ac:spMk id="8" creationId="{00000000-0000-0000-0000-000000000000}"/>
          </ac:spMkLst>
        </pc:spChg>
        <pc:spChg chg="mod">
          <ac:chgData name="F B" userId="18c4d841d4848db5" providerId="LiveId" clId="{92EC6C66-B684-4AB3-BEF8-221513457936}" dt="2026-10-22T14:18:14.208" v="968" actId="20577"/>
          <ac:spMkLst>
            <pc:docMk/>
            <pc:sldMk cId="0" sldId="260"/>
            <ac:spMk id="10" creationId="{00000000-0000-0000-0000-000000000000}"/>
          </ac:spMkLst>
        </pc:spChg>
        <pc:graphicFrameChg chg="add del mod">
          <ac:chgData name="F B" userId="18c4d841d4848db5" providerId="LiveId" clId="{92EC6C66-B684-4AB3-BEF8-221513457936}" dt="2026-10-22T14:23:47.792" v="1067" actId="478"/>
          <ac:graphicFrameMkLst>
            <pc:docMk/>
            <pc:sldMk cId="0" sldId="260"/>
            <ac:graphicFrameMk id="5" creationId="{C9B0AA81-7DFB-97EC-40CC-4389A7F0DB5A}"/>
          </ac:graphicFrameMkLst>
        </pc:graphicFrameChg>
        <pc:graphicFrameChg chg="mod modGraphic">
          <ac:chgData name="F B" userId="18c4d841d4848db5" providerId="LiveId" clId="{92EC6C66-B684-4AB3-BEF8-221513457936}" dt="2026-10-22T17:39:48.970" v="2054" actId="207"/>
          <ac:graphicFrameMkLst>
            <pc:docMk/>
            <pc:sldMk cId="0" sldId="260"/>
            <ac:graphicFrameMk id="6" creationId="{00000000-0000-0000-0000-000000000000}"/>
          </ac:graphicFrameMkLst>
        </pc:graphicFrameChg>
        <pc:graphicFrameChg chg="add mod modGraphic">
          <ac:chgData name="F B" userId="18c4d841d4848db5" providerId="LiveId" clId="{92EC6C66-B684-4AB3-BEF8-221513457936}" dt="2026-10-22T14:29:18.445" v="1112" actId="1076"/>
          <ac:graphicFrameMkLst>
            <pc:docMk/>
            <pc:sldMk cId="0" sldId="260"/>
            <ac:graphicFrameMk id="11" creationId="{7A5D11CA-11D1-886D-2542-312097DD0BCD}"/>
          </ac:graphicFrameMkLst>
        </pc:graphicFrameChg>
        <pc:graphicFrameChg chg="add del mod">
          <ac:chgData name="F B" userId="18c4d841d4848db5" providerId="LiveId" clId="{92EC6C66-B684-4AB3-BEF8-221513457936}" dt="2026-10-22T14:34:47.226" v="1113" actId="478"/>
          <ac:graphicFrameMkLst>
            <pc:docMk/>
            <pc:sldMk cId="0" sldId="260"/>
            <ac:graphicFrameMk id="12" creationId="{2A0307C6-D9AB-0EC7-EC21-9EE8F969E3F6}"/>
          </ac:graphicFrameMkLst>
        </pc:graphicFrameChg>
      </pc:sldChg>
      <pc:sldChg chg="modSp mod ord">
        <pc:chgData name="F B" userId="18c4d841d4848db5" providerId="LiveId" clId="{92EC6C66-B684-4AB3-BEF8-221513457936}" dt="2026-10-23T08:09:12.389" v="3120" actId="20577"/>
        <pc:sldMkLst>
          <pc:docMk/>
          <pc:sldMk cId="0" sldId="261"/>
        </pc:sldMkLst>
        <pc:spChg chg="mod">
          <ac:chgData name="F B" userId="18c4d841d4848db5" providerId="LiveId" clId="{92EC6C66-B684-4AB3-BEF8-221513457936}" dt="2026-10-22T14:39:18.055" v="1316" actId="113"/>
          <ac:spMkLst>
            <pc:docMk/>
            <pc:sldMk cId="0" sldId="261"/>
            <ac:spMk id="2" creationId="{00000000-0000-0000-0000-000000000000}"/>
          </ac:spMkLst>
        </pc:spChg>
        <pc:spChg chg="mod">
          <ac:chgData name="F B" userId="18c4d841d4848db5" providerId="LiveId" clId="{92EC6C66-B684-4AB3-BEF8-221513457936}" dt="2026-10-23T08:09:12.389" v="3120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F B" userId="18c4d841d4848db5" providerId="LiveId" clId="{92EC6C66-B684-4AB3-BEF8-221513457936}" dt="2026-10-22T14:38:22.953" v="1267" actId="2057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F B" userId="18c4d841d4848db5" providerId="LiveId" clId="{92EC6C66-B684-4AB3-BEF8-221513457936}" dt="2026-10-22T14:39:03.797" v="1314" actId="20577"/>
          <ac:spMkLst>
            <pc:docMk/>
            <pc:sldMk cId="0" sldId="261"/>
            <ac:spMk id="27" creationId="{00000000-0000-0000-0000-000000000000}"/>
          </ac:spMkLst>
        </pc:spChg>
        <pc:spChg chg="mod">
          <ac:chgData name="F B" userId="18c4d841d4848db5" providerId="LiveId" clId="{92EC6C66-B684-4AB3-BEF8-221513457936}" dt="2026-10-23T04:58:07.422" v="2466" actId="20577"/>
          <ac:spMkLst>
            <pc:docMk/>
            <pc:sldMk cId="0" sldId="261"/>
            <ac:spMk id="31" creationId="{00000000-0000-0000-0000-000000000000}"/>
          </ac:spMkLst>
        </pc:spChg>
      </pc:sldChg>
      <pc:sldChg chg="modSp del mod">
        <pc:chgData name="F B" userId="18c4d841d4848db5" providerId="LiveId" clId="{92EC6C66-B684-4AB3-BEF8-221513457936}" dt="2026-10-22T16:27:23.311" v="1844" actId="47"/>
        <pc:sldMkLst>
          <pc:docMk/>
          <pc:sldMk cId="0" sldId="262"/>
        </pc:sldMkLst>
        <pc:spChg chg="mod">
          <ac:chgData name="F B" userId="18c4d841d4848db5" providerId="LiveId" clId="{92EC6C66-B684-4AB3-BEF8-221513457936}" dt="2026-10-22T14:47:02.830" v="1449" actId="2711"/>
          <ac:spMkLst>
            <pc:docMk/>
            <pc:sldMk cId="0" sldId="262"/>
            <ac:spMk id="2" creationId="{00000000-0000-0000-0000-000000000000}"/>
          </ac:spMkLst>
        </pc:spChg>
      </pc:sldChg>
      <pc:sldChg chg="addSp delSp modSp mod">
        <pc:chgData name="F B" userId="18c4d841d4848db5" providerId="LiveId" clId="{92EC6C66-B684-4AB3-BEF8-221513457936}" dt="2026-10-23T08:14:12.479" v="3122" actId="27918"/>
        <pc:sldMkLst>
          <pc:docMk/>
          <pc:sldMk cId="0" sldId="263"/>
        </pc:sldMkLst>
        <pc:spChg chg="mod">
          <ac:chgData name="F B" userId="18c4d841d4848db5" providerId="LiveId" clId="{92EC6C66-B684-4AB3-BEF8-221513457936}" dt="2026-10-22T17:16:00.079" v="1925" actId="2711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F B" userId="18c4d841d4848db5" providerId="LiveId" clId="{92EC6C66-B684-4AB3-BEF8-221513457936}" dt="2026-10-22T17:13:18.675" v="1873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F B" userId="18c4d841d4848db5" providerId="LiveId" clId="{92EC6C66-B684-4AB3-BEF8-221513457936}" dt="2026-10-22T17:13:35.726" v="1880" actId="478"/>
          <ac:spMkLst>
            <pc:docMk/>
            <pc:sldMk cId="0" sldId="263"/>
            <ac:spMk id="5" creationId="{00000000-0000-0000-0000-000000000000}"/>
          </ac:spMkLst>
        </pc:spChg>
        <pc:spChg chg="del mod">
          <ac:chgData name="F B" userId="18c4d841d4848db5" providerId="LiveId" clId="{92EC6C66-B684-4AB3-BEF8-221513457936}" dt="2026-10-23T05:15:45.098" v="2476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F B" userId="18c4d841d4848db5" providerId="LiveId" clId="{92EC6C66-B684-4AB3-BEF8-221513457936}" dt="2026-10-22T17:13:49.842" v="1883" actId="478"/>
          <ac:spMkLst>
            <pc:docMk/>
            <pc:sldMk cId="0" sldId="263"/>
            <ac:spMk id="8" creationId="{00000000-0000-0000-0000-000000000000}"/>
          </ac:spMkLst>
        </pc:spChg>
        <pc:spChg chg="mod">
          <ac:chgData name="F B" userId="18c4d841d4848db5" providerId="LiveId" clId="{92EC6C66-B684-4AB3-BEF8-221513457936}" dt="2026-10-22T17:26:04.209" v="1998" actId="3626"/>
          <ac:spMkLst>
            <pc:docMk/>
            <pc:sldMk cId="0" sldId="263"/>
            <ac:spMk id="9" creationId="{00000000-0000-0000-0000-000000000000}"/>
          </ac:spMkLst>
        </pc:spChg>
        <pc:spChg chg="del">
          <ac:chgData name="F B" userId="18c4d841d4848db5" providerId="LiveId" clId="{92EC6C66-B684-4AB3-BEF8-221513457936}" dt="2026-10-22T17:14:36.298" v="1893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F B" userId="18c4d841d4848db5" providerId="LiveId" clId="{92EC6C66-B684-4AB3-BEF8-221513457936}" dt="2026-10-22T17:14:14.142" v="1886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F B" userId="18c4d841d4848db5" providerId="LiveId" clId="{92EC6C66-B684-4AB3-BEF8-221513457936}" dt="2026-10-22T17:14:38.187" v="1894" actId="478"/>
          <ac:spMkLst>
            <pc:docMk/>
            <pc:sldMk cId="0" sldId="263"/>
            <ac:spMk id="13" creationId="{00000000-0000-0000-0000-000000000000}"/>
          </ac:spMkLst>
        </pc:spChg>
        <pc:spChg chg="add del">
          <ac:chgData name="F B" userId="18c4d841d4848db5" providerId="LiveId" clId="{92EC6C66-B684-4AB3-BEF8-221513457936}" dt="2026-10-22T17:14:33.046" v="1891" actId="478"/>
          <ac:spMkLst>
            <pc:docMk/>
            <pc:sldMk cId="0" sldId="263"/>
            <ac:spMk id="15" creationId="{00000000-0000-0000-0000-000000000000}"/>
          </ac:spMkLst>
        </pc:spChg>
        <pc:spChg chg="del">
          <ac:chgData name="F B" userId="18c4d841d4848db5" providerId="LiveId" clId="{92EC6C66-B684-4AB3-BEF8-221513457936}" dt="2026-10-22T17:14:42.023" v="1895" actId="478"/>
          <ac:spMkLst>
            <pc:docMk/>
            <pc:sldMk cId="0" sldId="263"/>
            <ac:spMk id="16" creationId="{00000000-0000-0000-0000-000000000000}"/>
          </ac:spMkLst>
        </pc:spChg>
        <pc:spChg chg="add del">
          <ac:chgData name="F B" userId="18c4d841d4848db5" providerId="LiveId" clId="{92EC6C66-B684-4AB3-BEF8-221513457936}" dt="2026-10-22T17:14:33.893" v="1892" actId="478"/>
          <ac:spMkLst>
            <pc:docMk/>
            <pc:sldMk cId="0" sldId="263"/>
            <ac:spMk id="18" creationId="{00000000-0000-0000-0000-000000000000}"/>
          </ac:spMkLst>
        </pc:spChg>
        <pc:spChg chg="add mod ord">
          <ac:chgData name="F B" userId="18c4d841d4848db5" providerId="LiveId" clId="{92EC6C66-B684-4AB3-BEF8-221513457936}" dt="2026-10-22T17:17:40.701" v="1969"/>
          <ac:spMkLst>
            <pc:docMk/>
            <pc:sldMk cId="0" sldId="263"/>
            <ac:spMk id="19" creationId="{1FEC155B-DB4C-0566-F4A0-CF3CD0B77B05}"/>
          </ac:spMkLst>
        </pc:spChg>
        <pc:graphicFrameChg chg="add del mod">
          <ac:chgData name="F B" userId="18c4d841d4848db5" providerId="LiveId" clId="{92EC6C66-B684-4AB3-BEF8-221513457936}" dt="2026-10-23T05:15:13.887" v="2467" actId="478"/>
          <ac:graphicFrameMkLst>
            <pc:docMk/>
            <pc:sldMk cId="0" sldId="263"/>
            <ac:graphicFrameMk id="3" creationId="{5E69F0B0-9806-4BCE-BFAD-AD5465FAA58E}"/>
          </ac:graphicFrameMkLst>
        </pc:graphicFrameChg>
        <pc:graphicFrameChg chg="add mod">
          <ac:chgData name="F B" userId="18c4d841d4848db5" providerId="LiveId" clId="{92EC6C66-B684-4AB3-BEF8-221513457936}" dt="2026-10-23T06:36:28.922" v="3063" actId="255"/>
          <ac:graphicFrameMkLst>
            <pc:docMk/>
            <pc:sldMk cId="0" sldId="263"/>
            <ac:graphicFrameMk id="4" creationId="{5E69F0B0-9806-4BCE-BFAD-AD5465FAA58E}"/>
          </ac:graphicFrameMkLst>
        </pc:graphicFrameChg>
      </pc:sldChg>
      <pc:sldChg chg="addSp delSp modSp mod">
        <pc:chgData name="F B" userId="18c4d841d4848db5" providerId="LiveId" clId="{92EC6C66-B684-4AB3-BEF8-221513457936}" dt="2026-10-23T08:40:50.406" v="3123" actId="27918"/>
        <pc:sldMkLst>
          <pc:docMk/>
          <pc:sldMk cId="0" sldId="264"/>
        </pc:sldMkLst>
        <pc:spChg chg="mod">
          <ac:chgData name="F B" userId="18c4d841d4848db5" providerId="LiveId" clId="{92EC6C66-B684-4AB3-BEF8-221513457936}" dt="2026-10-22T17:29:44.390" v="2000" actId="113"/>
          <ac:spMkLst>
            <pc:docMk/>
            <pc:sldMk cId="0" sldId="264"/>
            <ac:spMk id="2" creationId="{00000000-0000-0000-0000-000000000000}"/>
          </ac:spMkLst>
        </pc:spChg>
        <pc:spChg chg="mod">
          <ac:chgData name="F B" userId="18c4d841d4848db5" providerId="LiveId" clId="{92EC6C66-B684-4AB3-BEF8-221513457936}" dt="2026-10-23T05:37:12.129" v="3033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F B" userId="18c4d841d4848db5" providerId="LiveId" clId="{92EC6C66-B684-4AB3-BEF8-221513457936}" dt="2026-10-23T06:36:49.574" v="3065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F B" userId="18c4d841d4848db5" providerId="LiveId" clId="{92EC6C66-B684-4AB3-BEF8-221513457936}" dt="2026-10-23T05:37:20.042" v="3034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F B" userId="18c4d841d4848db5" providerId="LiveId" clId="{92EC6C66-B684-4AB3-BEF8-221513457936}" dt="2026-10-23T05:31:14.428" v="2929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F B" userId="18c4d841d4848db5" providerId="LiveId" clId="{92EC6C66-B684-4AB3-BEF8-221513457936}" dt="2026-10-23T05:37:32.130" v="3035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F B" userId="18c4d841d4848db5" providerId="LiveId" clId="{92EC6C66-B684-4AB3-BEF8-221513457936}" dt="2026-10-23T05:36:32.989" v="3026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F B" userId="18c4d841d4848db5" providerId="LiveId" clId="{92EC6C66-B684-4AB3-BEF8-221513457936}" dt="2026-10-23T05:36:37.807" v="3027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F B" userId="18c4d841d4848db5" providerId="LiveId" clId="{92EC6C66-B684-4AB3-BEF8-221513457936}" dt="2026-10-23T05:26:56.698" v="2757" actId="1037"/>
          <ac:spMkLst>
            <pc:docMk/>
            <pc:sldMk cId="0" sldId="264"/>
            <ac:spMk id="12" creationId="{00000000-0000-0000-0000-000000000000}"/>
          </ac:spMkLst>
        </pc:spChg>
        <pc:graphicFrameChg chg="add mod">
          <ac:chgData name="F B" userId="18c4d841d4848db5" providerId="LiveId" clId="{92EC6C66-B684-4AB3-BEF8-221513457936}" dt="2026-10-23T05:30:03.473" v="2862" actId="20577"/>
          <ac:graphicFrameMkLst>
            <pc:docMk/>
            <pc:sldMk cId="0" sldId="264"/>
            <ac:graphicFrameMk id="3" creationId="{F5330D17-8F11-46AB-A726-D1EF6DC73FB1}"/>
          </ac:graphicFrameMkLst>
        </pc:graphicFrameChg>
        <pc:graphicFrameChg chg="del">
          <ac:chgData name="F B" userId="18c4d841d4848db5" providerId="LiveId" clId="{92EC6C66-B684-4AB3-BEF8-221513457936}" dt="2026-10-23T05:24:06.818" v="2641" actId="478"/>
          <ac:graphicFrameMkLst>
            <pc:docMk/>
            <pc:sldMk cId="0" sldId="264"/>
            <ac:graphicFrameMk id="13" creationId="{00000000-0000-0000-0000-000000000000}"/>
          </ac:graphicFrameMkLst>
        </pc:graphicFrameChg>
        <pc:graphicFrameChg chg="add del mod">
          <ac:chgData name="F B" userId="18c4d841d4848db5" providerId="LiveId" clId="{92EC6C66-B684-4AB3-BEF8-221513457936}" dt="2026-10-23T05:25:32.395" v="2676" actId="478"/>
          <ac:graphicFrameMkLst>
            <pc:docMk/>
            <pc:sldMk cId="0" sldId="264"/>
            <ac:graphicFrameMk id="14" creationId="{E69436B4-97BE-B962-8E10-C194725FB7DF}"/>
          </ac:graphicFrameMkLst>
        </pc:graphicFrameChg>
        <pc:picChg chg="add del">
          <ac:chgData name="F B" userId="18c4d841d4848db5" providerId="LiveId" clId="{92EC6C66-B684-4AB3-BEF8-221513457936}" dt="2026-10-22T17:34:41.876" v="2043" actId="22"/>
          <ac:picMkLst>
            <pc:docMk/>
            <pc:sldMk cId="0" sldId="264"/>
            <ac:picMk id="14" creationId="{5C99A669-60B2-C440-066C-D1983F894AF7}"/>
          </ac:picMkLst>
        </pc:picChg>
      </pc:sldChg>
      <pc:sldChg chg="del">
        <pc:chgData name="F B" userId="18c4d841d4848db5" providerId="LiveId" clId="{92EC6C66-B684-4AB3-BEF8-221513457936}" dt="2026-10-22T16:22:54.854" v="1811" actId="47"/>
        <pc:sldMkLst>
          <pc:docMk/>
          <pc:sldMk cId="0" sldId="265"/>
        </pc:sldMkLst>
      </pc:sldChg>
      <pc:sldChg chg="del">
        <pc:chgData name="F B" userId="18c4d841d4848db5" providerId="LiveId" clId="{92EC6C66-B684-4AB3-BEF8-221513457936}" dt="2026-10-22T16:23:05.487" v="1812" actId="47"/>
        <pc:sldMkLst>
          <pc:docMk/>
          <pc:sldMk cId="0" sldId="266"/>
        </pc:sldMkLst>
      </pc:sldChg>
      <pc:sldChg chg="delSp mod">
        <pc:chgData name="F B" userId="18c4d841d4848db5" providerId="LiveId" clId="{92EC6C66-B684-4AB3-BEF8-221513457936}" dt="2026-10-22T16:34:29.513" v="1868" actId="478"/>
        <pc:sldMkLst>
          <pc:docMk/>
          <pc:sldMk cId="0" sldId="267"/>
        </pc:sldMkLst>
        <pc:spChg chg="del">
          <ac:chgData name="F B" userId="18c4d841d4848db5" providerId="LiveId" clId="{92EC6C66-B684-4AB3-BEF8-221513457936}" dt="2026-10-22T16:34:29.513" v="1868" actId="478"/>
          <ac:spMkLst>
            <pc:docMk/>
            <pc:sldMk cId="0" sldId="267"/>
            <ac:spMk id="4" creationId="{00000000-0000-0000-0000-000000000000}"/>
          </ac:spMkLst>
        </pc:spChg>
        <pc:spChg chg="del">
          <ac:chgData name="F B" userId="18c4d841d4848db5" providerId="LiveId" clId="{92EC6C66-B684-4AB3-BEF8-221513457936}" dt="2026-10-22T16:34:26.544" v="1867" actId="478"/>
          <ac:spMkLst>
            <pc:docMk/>
            <pc:sldMk cId="0" sldId="267"/>
            <ac:spMk id="5" creationId="{00000000-0000-0000-0000-000000000000}"/>
          </ac:spMkLst>
        </pc:spChg>
      </pc:sldChg>
      <pc:sldChg chg="addSp delSp modSp add del mod">
        <pc:chgData name="F B" userId="18c4d841d4848db5" providerId="LiveId" clId="{92EC6C66-B684-4AB3-BEF8-221513457936}" dt="2026-10-22T14:35:10.608" v="1126" actId="47"/>
        <pc:sldMkLst>
          <pc:docMk/>
          <pc:sldMk cId="2036942885" sldId="268"/>
        </pc:sldMkLst>
        <pc:spChg chg="mod">
          <ac:chgData name="F B" userId="18c4d841d4848db5" providerId="LiveId" clId="{92EC6C66-B684-4AB3-BEF8-221513457936}" dt="2026-10-22T14:16:05.686" v="938" actId="113"/>
          <ac:spMkLst>
            <pc:docMk/>
            <pc:sldMk cId="2036942885" sldId="268"/>
            <ac:spMk id="2" creationId="{83EC41CF-82B5-2F39-A3F4-F840E6084FB4}"/>
          </ac:spMkLst>
        </pc:spChg>
        <pc:spChg chg="mod">
          <ac:chgData name="F B" userId="18c4d841d4848db5" providerId="LiveId" clId="{92EC6C66-B684-4AB3-BEF8-221513457936}" dt="2026-10-22T14:13:25.687" v="930" actId="122"/>
          <ac:spMkLst>
            <pc:docMk/>
            <pc:sldMk cId="2036942885" sldId="268"/>
            <ac:spMk id="3" creationId="{DC1A1AE3-EFCC-1689-E930-706F19ADC5AC}"/>
          </ac:spMkLst>
        </pc:spChg>
        <pc:spChg chg="mod">
          <ac:chgData name="F B" userId="18c4d841d4848db5" providerId="LiveId" clId="{92EC6C66-B684-4AB3-BEF8-221513457936}" dt="2026-10-22T14:10:25.156" v="896" actId="20577"/>
          <ac:spMkLst>
            <pc:docMk/>
            <pc:sldMk cId="2036942885" sldId="268"/>
            <ac:spMk id="4" creationId="{26E869A4-867E-D1BC-33D6-766DD9874C9A}"/>
          </ac:spMkLst>
        </pc:spChg>
        <pc:spChg chg="del">
          <ac:chgData name="F B" userId="18c4d841d4848db5" providerId="LiveId" clId="{92EC6C66-B684-4AB3-BEF8-221513457936}" dt="2026-10-22T14:12:47.338" v="918" actId="478"/>
          <ac:spMkLst>
            <pc:docMk/>
            <pc:sldMk cId="2036942885" sldId="268"/>
            <ac:spMk id="7" creationId="{49BA8724-C11D-7B2E-45B1-2FBD1B0018FC}"/>
          </ac:spMkLst>
        </pc:spChg>
        <pc:spChg chg="mod">
          <ac:chgData name="F B" userId="18c4d841d4848db5" providerId="LiveId" clId="{92EC6C66-B684-4AB3-BEF8-221513457936}" dt="2026-10-22T14:17:10.797" v="943" actId="14100"/>
          <ac:spMkLst>
            <pc:docMk/>
            <pc:sldMk cId="2036942885" sldId="268"/>
            <ac:spMk id="8" creationId="{B8870C39-42F9-377F-0620-1070D77A1B02}"/>
          </ac:spMkLst>
        </pc:spChg>
        <pc:spChg chg="del">
          <ac:chgData name="F B" userId="18c4d841d4848db5" providerId="LiveId" clId="{92EC6C66-B684-4AB3-BEF8-221513457936}" dt="2026-10-22T14:10:19.951" v="892" actId="478"/>
          <ac:spMkLst>
            <pc:docMk/>
            <pc:sldMk cId="2036942885" sldId="268"/>
            <ac:spMk id="9" creationId="{F8557E3D-6E7D-A360-A95C-6152F326F037}"/>
          </ac:spMkLst>
        </pc:spChg>
        <pc:spChg chg="add del">
          <ac:chgData name="F B" userId="18c4d841d4848db5" providerId="LiveId" clId="{92EC6C66-B684-4AB3-BEF8-221513457936}" dt="2026-10-22T14:00:26.846" v="805" actId="478"/>
          <ac:spMkLst>
            <pc:docMk/>
            <pc:sldMk cId="2036942885" sldId="268"/>
            <ac:spMk id="10" creationId="{D66B059A-987C-38D0-BEE9-7A100FC1B30F}"/>
          </ac:spMkLst>
        </pc:spChg>
        <pc:graphicFrameChg chg="add del mod modGraphic">
          <ac:chgData name="F B" userId="18c4d841d4848db5" providerId="LiveId" clId="{92EC6C66-B684-4AB3-BEF8-221513457936}" dt="2026-10-22T14:18:20.573" v="969" actId="21"/>
          <ac:graphicFrameMkLst>
            <pc:docMk/>
            <pc:sldMk cId="2036942885" sldId="268"/>
            <ac:graphicFrameMk id="5" creationId="{C9B0AA81-7DFB-97EC-40CC-4389A7F0DB5A}"/>
          </ac:graphicFrameMkLst>
        </pc:graphicFrameChg>
        <pc:graphicFrameChg chg="del">
          <ac:chgData name="F B" userId="18c4d841d4848db5" providerId="LiveId" clId="{92EC6C66-B684-4AB3-BEF8-221513457936}" dt="2026-10-22T13:58:30.319" v="798" actId="478"/>
          <ac:graphicFrameMkLst>
            <pc:docMk/>
            <pc:sldMk cId="2036942885" sldId="268"/>
            <ac:graphicFrameMk id="6" creationId="{25EF0558-B3DC-6D2F-60DD-B62039F26934}"/>
          </ac:graphicFrameMkLst>
        </pc:graphicFrameChg>
        <pc:graphicFrameChg chg="add del mod modGraphic">
          <ac:chgData name="F B" userId="18c4d841d4848db5" providerId="LiveId" clId="{92EC6C66-B684-4AB3-BEF8-221513457936}" dt="2026-10-22T14:15:11.366" v="932" actId="478"/>
          <ac:graphicFrameMkLst>
            <pc:docMk/>
            <pc:sldMk cId="2036942885" sldId="268"/>
            <ac:graphicFrameMk id="11" creationId="{1E66A9D6-4EA0-6C47-7218-B492A131B0A9}"/>
          </ac:graphicFrameMkLst>
        </pc:graphicFrameChg>
        <pc:graphicFrameChg chg="add del mod modGraphic">
          <ac:chgData name="F B" userId="18c4d841d4848db5" providerId="LiveId" clId="{92EC6C66-B684-4AB3-BEF8-221513457936}" dt="2026-10-22T14:27:44.181" v="1093" actId="21"/>
          <ac:graphicFrameMkLst>
            <pc:docMk/>
            <pc:sldMk cId="2036942885" sldId="268"/>
            <ac:graphicFrameMk id="12" creationId="{2A0307C6-D9AB-0EC7-EC21-9EE8F969E3F6}"/>
          </ac:graphicFrameMkLst>
        </pc:graphicFrameChg>
      </pc:sldChg>
      <pc:sldChg chg="modSp add mod">
        <pc:chgData name="F B" userId="18c4d841d4848db5" providerId="LiveId" clId="{92EC6C66-B684-4AB3-BEF8-221513457936}" dt="2026-10-23T07:18:30.290" v="3096" actId="14100"/>
        <pc:sldMkLst>
          <pc:docMk/>
          <pc:sldMk cId="2643982886" sldId="268"/>
        </pc:sldMkLst>
        <pc:spChg chg="mod">
          <ac:chgData name="F B" userId="18c4d841d4848db5" providerId="LiveId" clId="{92EC6C66-B684-4AB3-BEF8-221513457936}" dt="2026-10-23T07:18:30.290" v="3096" actId="14100"/>
          <ac:spMkLst>
            <pc:docMk/>
            <pc:sldMk cId="2643982886" sldId="268"/>
            <ac:spMk id="8" creationId="{C4A3FA8E-131E-66CD-88A5-B0F45A18E09A}"/>
          </ac:spMkLst>
        </pc:spChg>
        <pc:spChg chg="mod">
          <ac:chgData name="F B" userId="18c4d841d4848db5" providerId="LiveId" clId="{92EC6C66-B684-4AB3-BEF8-221513457936}" dt="2026-10-23T06:29:18.517" v="3060" actId="20577"/>
          <ac:spMkLst>
            <pc:docMk/>
            <pc:sldMk cId="2643982886" sldId="268"/>
            <ac:spMk id="14" creationId="{BD8DB77E-6399-3E17-0BD7-DE9EE1A74202}"/>
          </ac:spMkLst>
        </pc:spChg>
        <pc:spChg chg="mod">
          <ac:chgData name="F B" userId="18c4d841d4848db5" providerId="LiveId" clId="{92EC6C66-B684-4AB3-BEF8-221513457936}" dt="2026-10-22T16:05:34.662" v="1743" actId="14100"/>
          <ac:spMkLst>
            <pc:docMk/>
            <pc:sldMk cId="2643982886" sldId="268"/>
            <ac:spMk id="19" creationId="{0D8E1604-5D65-AD3D-6699-C06CA7EAA196}"/>
          </ac:spMkLst>
        </pc:spChg>
        <pc:spChg chg="mod">
          <ac:chgData name="F B" userId="18c4d841d4848db5" providerId="LiveId" clId="{92EC6C66-B684-4AB3-BEF8-221513457936}" dt="2026-10-23T04:57:02.315" v="2446" actId="20577"/>
          <ac:spMkLst>
            <pc:docMk/>
            <pc:sldMk cId="2643982886" sldId="268"/>
            <ac:spMk id="20" creationId="{7D435374-3DD9-E379-D402-4852A57D7F4F}"/>
          </ac:spMkLst>
        </pc:spChg>
      </pc:sldChg>
      <pc:sldChg chg="addSp delSp modSp add mod">
        <pc:chgData name="F B" userId="18c4d841d4848db5" providerId="LiveId" clId="{92EC6C66-B684-4AB3-BEF8-221513457936}" dt="2026-10-23T04:53:44.660" v="2444" actId="1076"/>
        <pc:sldMkLst>
          <pc:docMk/>
          <pc:sldMk cId="2884587232" sldId="269"/>
        </pc:sldMkLst>
        <pc:spChg chg="add del">
          <ac:chgData name="F B" userId="18c4d841d4848db5" providerId="LiveId" clId="{92EC6C66-B684-4AB3-BEF8-221513457936}" dt="2026-10-22T20:00:31.071" v="2264" actId="478"/>
          <ac:spMkLst>
            <pc:docMk/>
            <pc:sldMk cId="2884587232" sldId="269"/>
            <ac:spMk id="3" creationId="{7CED5AD5-6FA6-FAD8-9207-D5AB24471EF5}"/>
          </ac:spMkLst>
        </pc:spChg>
        <pc:spChg chg="add del mod">
          <ac:chgData name="F B" userId="18c4d841d4848db5" providerId="LiveId" clId="{92EC6C66-B684-4AB3-BEF8-221513457936}" dt="2026-10-23T04:53:44.660" v="2444" actId="1076"/>
          <ac:spMkLst>
            <pc:docMk/>
            <pc:sldMk cId="2884587232" sldId="269"/>
            <ac:spMk id="7" creationId="{03DCA521-BEA5-4057-E278-EBA6536F70BE}"/>
          </ac:spMkLst>
        </pc:spChg>
        <pc:spChg chg="mod">
          <ac:chgData name="F B" userId="18c4d841d4848db5" providerId="LiveId" clId="{92EC6C66-B684-4AB3-BEF8-221513457936}" dt="2026-10-22T18:41:15.307" v="2075"/>
          <ac:spMkLst>
            <pc:docMk/>
            <pc:sldMk cId="2884587232" sldId="269"/>
            <ac:spMk id="10" creationId="{15A05D1B-AD8A-C646-6891-36438AC7D4A3}"/>
          </ac:spMkLst>
        </pc:spChg>
        <pc:graphicFrameChg chg="add del mod modGraphic">
          <ac:chgData name="F B" userId="18c4d841d4848db5" providerId="LiveId" clId="{92EC6C66-B684-4AB3-BEF8-221513457936}" dt="2026-10-22T20:00:24.255" v="2263" actId="478"/>
          <ac:graphicFrameMkLst>
            <pc:docMk/>
            <pc:sldMk cId="2884587232" sldId="269"/>
            <ac:graphicFrameMk id="5" creationId="{F15AF93D-B264-678D-B63A-0C49B97A5AAC}"/>
          </ac:graphicFrameMkLst>
        </pc:graphicFrameChg>
        <pc:graphicFrameChg chg="mod modGraphic">
          <ac:chgData name="F B" userId="18c4d841d4848db5" providerId="LiveId" clId="{92EC6C66-B684-4AB3-BEF8-221513457936}" dt="2026-10-22T20:04:58.183" v="2423" actId="1036"/>
          <ac:graphicFrameMkLst>
            <pc:docMk/>
            <pc:sldMk cId="2884587232" sldId="269"/>
            <ac:graphicFrameMk id="6" creationId="{B83F2CCE-7420-91B4-D76E-162E289135DC}"/>
          </ac:graphicFrameMkLst>
        </pc:graphicFrameChg>
        <pc:graphicFrameChg chg="add mod modGraphic">
          <ac:chgData name="F B" userId="18c4d841d4848db5" providerId="LiveId" clId="{92EC6C66-B684-4AB3-BEF8-221513457936}" dt="2026-10-22T20:08:14.332" v="2436" actId="12385"/>
          <ac:graphicFrameMkLst>
            <pc:docMk/>
            <pc:sldMk cId="2884587232" sldId="269"/>
            <ac:graphicFrameMk id="8" creationId="{56B5B993-E8FE-3442-C93F-7C505A86C0F1}"/>
          </ac:graphicFrameMkLst>
        </pc:graphicFrameChg>
        <pc:graphicFrameChg chg="add del mod modGraphic">
          <ac:chgData name="F B" userId="18c4d841d4848db5" providerId="LiveId" clId="{92EC6C66-B684-4AB3-BEF8-221513457936}" dt="2026-10-22T20:03:59.735" v="2393" actId="478"/>
          <ac:graphicFrameMkLst>
            <pc:docMk/>
            <pc:sldMk cId="2884587232" sldId="269"/>
            <ac:graphicFrameMk id="11" creationId="{CCDD3E8B-D48E-6034-59D9-892FD2FF3B7D}"/>
          </ac:graphicFrameMkLst>
        </pc:graphicFrameChg>
      </pc:sldChg>
      <pc:sldMasterChg chg="modSldLayout">
        <pc:chgData name="F B" userId="18c4d841d4848db5" providerId="LiveId" clId="{92EC6C66-B684-4AB3-BEF8-221513457936}" dt="2026-10-22T17:41:07.663" v="2058" actId="108"/>
        <pc:sldMasterMkLst>
          <pc:docMk/>
          <pc:sldMasterMk cId="0" sldId="2147483648"/>
        </pc:sldMasterMkLst>
        <pc:sldLayoutChg chg="modSp mod">
          <pc:chgData name="F B" userId="18c4d841d4848db5" providerId="LiveId" clId="{92EC6C66-B684-4AB3-BEF8-221513457936}" dt="2026-10-22T17:41:07.663" v="2058" actId="108"/>
          <pc:sldLayoutMkLst>
            <pc:docMk/>
            <pc:sldMasterMk cId="0" sldId="2147483648"/>
            <pc:sldLayoutMk cId="0" sldId="2147483651"/>
          </pc:sldLayoutMkLst>
          <pc:spChg chg="mod">
            <ac:chgData name="F B" userId="18c4d841d4848db5" providerId="LiveId" clId="{92EC6C66-B684-4AB3-BEF8-221513457936}" dt="2026-10-22T17:41:07.663" v="2058" actId="108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8c4d841d4848db5/Desktop/DSI_DataSciense_Inhalt/Python/Wo4_Python/Wo4_Tag4_MonatsProjekt_Sportkurse/Dashboard_Sportkurs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8c4d841d4848db5/Desktop/DSI_DataSciense_Inhalt/Python/Wo4_Python/Wo4_Tag4_MonatsProjekt_Sportkurse/Dashboard_Sportkurs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[Dashboard_Sportkurse.xlsx]Pivot!PivotTable2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 err="1">
                <a:solidFill>
                  <a:srgbClr val="006666"/>
                </a:solidFill>
              </a:rPr>
              <a:t>Umsatz</a:t>
            </a:r>
            <a:r>
              <a:rPr lang="en-US" sz="1600" b="1" dirty="0">
                <a:solidFill>
                  <a:srgbClr val="006666"/>
                </a:solidFill>
              </a:rPr>
              <a:t> </a:t>
            </a:r>
            <a:r>
              <a:rPr lang="en-US" sz="1600" b="1" dirty="0" err="1">
                <a:solidFill>
                  <a:srgbClr val="006666"/>
                </a:solidFill>
              </a:rPr>
              <a:t>nach</a:t>
            </a:r>
            <a:r>
              <a:rPr lang="en-US" sz="1600" b="1" dirty="0">
                <a:solidFill>
                  <a:srgbClr val="006666"/>
                </a:solidFill>
              </a:rPr>
              <a:t> </a:t>
            </a:r>
            <a:r>
              <a:rPr lang="en-US" sz="1600" b="1" dirty="0" err="1">
                <a:solidFill>
                  <a:srgbClr val="006666"/>
                </a:solidFill>
              </a:rPr>
              <a:t>Sportarten</a:t>
            </a:r>
            <a:r>
              <a:rPr lang="en-US" sz="1600" b="1" dirty="0">
                <a:solidFill>
                  <a:srgbClr val="006666"/>
                </a:solidFill>
              </a:rPr>
              <a:t> </a:t>
            </a:r>
            <a:r>
              <a:rPr lang="en-US" sz="1600" b="1" dirty="0" err="1">
                <a:solidFill>
                  <a:srgbClr val="006666"/>
                </a:solidFill>
              </a:rPr>
              <a:t>monatlich</a:t>
            </a:r>
            <a:r>
              <a:rPr lang="en-US" sz="1600" b="1" dirty="0">
                <a:solidFill>
                  <a:srgbClr val="006666"/>
                </a:solidFill>
              </a:rPr>
              <a:t> in</a:t>
            </a:r>
            <a:r>
              <a:rPr lang="en-US" sz="1600" b="1" baseline="0" dirty="0">
                <a:solidFill>
                  <a:srgbClr val="006666"/>
                </a:solidFill>
              </a:rPr>
              <a:t> 2026</a:t>
            </a:r>
            <a:endParaRPr lang="en-US" sz="1600" b="1" dirty="0">
              <a:solidFill>
                <a:srgbClr val="006666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666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666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666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Pivot!$B$3</c:f>
              <c:strCache>
                <c:ptCount val="1"/>
                <c:pt idx="0">
                  <c:v>Ergebnis</c:v>
                </c:pt>
              </c:strCache>
            </c:strRef>
          </c:tx>
          <c:spPr>
            <a:solidFill>
              <a:srgbClr val="006666"/>
            </a:solidFill>
            <a:ln>
              <a:noFill/>
            </a:ln>
            <a:effectLst/>
          </c:spPr>
          <c:invertIfNegative val="0"/>
          <c:cat>
            <c:strRef>
              <c:f>Pivot!$A$4:$A$13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Mrz</c:v>
                </c:pt>
                <c:pt idx="3">
                  <c:v>Apr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Pivot!$B$4:$B$13</c:f>
              <c:numCache>
                <c:formatCode>_-* #,##0\ "€"_-;\-* #,##0\ "€"_-;_-* "-"??\ "€"_-;_-@_-</c:formatCode>
                <c:ptCount val="9"/>
                <c:pt idx="0">
                  <c:v>3620</c:v>
                </c:pt>
                <c:pt idx="1">
                  <c:v>3530</c:v>
                </c:pt>
                <c:pt idx="2">
                  <c:v>3560</c:v>
                </c:pt>
                <c:pt idx="3">
                  <c:v>2770</c:v>
                </c:pt>
                <c:pt idx="4">
                  <c:v>3795</c:v>
                </c:pt>
                <c:pt idx="5">
                  <c:v>3460</c:v>
                </c:pt>
                <c:pt idx="6">
                  <c:v>3080</c:v>
                </c:pt>
                <c:pt idx="7">
                  <c:v>4665</c:v>
                </c:pt>
                <c:pt idx="8">
                  <c:v>3380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36-4795-B124-7E45B634F6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2578352"/>
        <c:axId val="292575832"/>
      </c:barChart>
      <c:catAx>
        <c:axId val="292578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92575832"/>
        <c:crosses val="autoZero"/>
        <c:auto val="1"/>
        <c:lblAlgn val="ctr"/>
        <c:lblOffset val="100"/>
        <c:noMultiLvlLbl val="0"/>
      </c:catAx>
      <c:valAx>
        <c:axId val="292575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\ &quot;€&quot;_-;\-* #,##0\ &quot;€&quot;_-;_-* &quot;-&quot;??\ &quot;€&quot;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29257835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lang="en-US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de-DE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[Dashboard_Sportkurse.xlsx]Pivot!PivotTable3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 err="1">
                <a:solidFill>
                  <a:srgbClr val="006666"/>
                </a:solidFill>
              </a:rPr>
              <a:t>Anmeldungen</a:t>
            </a:r>
            <a:r>
              <a:rPr lang="en-US" b="1" dirty="0">
                <a:solidFill>
                  <a:srgbClr val="006666"/>
                </a:solidFill>
              </a:rPr>
              <a:t> </a:t>
            </a:r>
            <a:r>
              <a:rPr lang="en-US" b="1" dirty="0" err="1">
                <a:solidFill>
                  <a:srgbClr val="006666"/>
                </a:solidFill>
              </a:rPr>
              <a:t>nach</a:t>
            </a:r>
            <a:r>
              <a:rPr lang="en-US" b="1" dirty="0">
                <a:solidFill>
                  <a:srgbClr val="006666"/>
                </a:solidFill>
              </a:rPr>
              <a:t> </a:t>
            </a:r>
            <a:r>
              <a:rPr lang="en-US" b="1" dirty="0" err="1">
                <a:solidFill>
                  <a:srgbClr val="006666"/>
                </a:solidFill>
              </a:rPr>
              <a:t>Sportarten</a:t>
            </a:r>
            <a:r>
              <a:rPr lang="en-US" b="1" dirty="0">
                <a:solidFill>
                  <a:srgbClr val="006666"/>
                </a:solidFill>
              </a:rPr>
              <a:t> für alle </a:t>
            </a:r>
            <a:r>
              <a:rPr lang="en-US" b="1" dirty="0" err="1">
                <a:solidFill>
                  <a:srgbClr val="006666"/>
                </a:solidFill>
              </a:rPr>
              <a:t>Altersgruppen</a:t>
            </a:r>
            <a:endParaRPr lang="en-US" b="1" dirty="0">
              <a:solidFill>
                <a:srgbClr val="006666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6666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Pivot!$B$20</c:f>
              <c:strCache>
                <c:ptCount val="1"/>
                <c:pt idx="0">
                  <c:v>Ergebnis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Pivot!$A$21:$A$42</c:f>
              <c:strCache>
                <c:ptCount val="21"/>
                <c:pt idx="0">
                  <c:v>Basketball</c:v>
                </c:pt>
                <c:pt idx="1">
                  <c:v>Tricking</c:v>
                </c:pt>
                <c:pt idx="2">
                  <c:v>Walking</c:v>
                </c:pt>
                <c:pt idx="3">
                  <c:v>Parkour</c:v>
                </c:pt>
                <c:pt idx="4">
                  <c:v>Tanz</c:v>
                </c:pt>
                <c:pt idx="5">
                  <c:v>Groupfitness</c:v>
                </c:pt>
                <c:pt idx="6">
                  <c:v>Handball</c:v>
                </c:pt>
                <c:pt idx="7">
                  <c:v>Triathlon</c:v>
                </c:pt>
                <c:pt idx="8">
                  <c:v>Cheerleading</c:v>
                </c:pt>
                <c:pt idx="9">
                  <c:v>Fechten</c:v>
                </c:pt>
                <c:pt idx="10">
                  <c:v>Tennis</c:v>
                </c:pt>
                <c:pt idx="11">
                  <c:v>Wandern</c:v>
                </c:pt>
                <c:pt idx="12">
                  <c:v>Padel-Tennis</c:v>
                </c:pt>
                <c:pt idx="13">
                  <c:v>Bogensport</c:v>
                </c:pt>
                <c:pt idx="14">
                  <c:v>Leichtathletik</c:v>
                </c:pt>
                <c:pt idx="15">
                  <c:v>Badminton</c:v>
                </c:pt>
                <c:pt idx="16">
                  <c:v>Karate</c:v>
                </c:pt>
                <c:pt idx="17">
                  <c:v>Tischkicker</c:v>
                </c:pt>
                <c:pt idx="18">
                  <c:v>Yoga</c:v>
                </c:pt>
                <c:pt idx="19">
                  <c:v>Turnen</c:v>
                </c:pt>
                <c:pt idx="20">
                  <c:v>Hockey</c:v>
                </c:pt>
              </c:strCache>
            </c:strRef>
          </c:cat>
          <c:val>
            <c:numRef>
              <c:f>Pivot!$B$21:$B$42</c:f>
              <c:numCache>
                <c:formatCode>General</c:formatCode>
                <c:ptCount val="21"/>
                <c:pt idx="0">
                  <c:v>11</c:v>
                </c:pt>
                <c:pt idx="1">
                  <c:v>13</c:v>
                </c:pt>
                <c:pt idx="2">
                  <c:v>14</c:v>
                </c:pt>
                <c:pt idx="3">
                  <c:v>16</c:v>
                </c:pt>
                <c:pt idx="4">
                  <c:v>16</c:v>
                </c:pt>
                <c:pt idx="5">
                  <c:v>17</c:v>
                </c:pt>
                <c:pt idx="6">
                  <c:v>18</c:v>
                </c:pt>
                <c:pt idx="7">
                  <c:v>18</c:v>
                </c:pt>
                <c:pt idx="8">
                  <c:v>18</c:v>
                </c:pt>
                <c:pt idx="9">
                  <c:v>18</c:v>
                </c:pt>
                <c:pt idx="10">
                  <c:v>18</c:v>
                </c:pt>
                <c:pt idx="11">
                  <c:v>19</c:v>
                </c:pt>
                <c:pt idx="12">
                  <c:v>20</c:v>
                </c:pt>
                <c:pt idx="13">
                  <c:v>21</c:v>
                </c:pt>
                <c:pt idx="14">
                  <c:v>21</c:v>
                </c:pt>
                <c:pt idx="15">
                  <c:v>22</c:v>
                </c:pt>
                <c:pt idx="16">
                  <c:v>23</c:v>
                </c:pt>
                <c:pt idx="17">
                  <c:v>24</c:v>
                </c:pt>
                <c:pt idx="18">
                  <c:v>24</c:v>
                </c:pt>
                <c:pt idx="19">
                  <c:v>24</c:v>
                </c:pt>
                <c:pt idx="2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85-48D3-BA55-B269184F75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87938432"/>
        <c:axId val="687934112"/>
      </c:barChart>
      <c:catAx>
        <c:axId val="6879384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87934112"/>
        <c:crosses val="autoZero"/>
        <c:auto val="1"/>
        <c:lblAlgn val="ctr"/>
        <c:lblOffset val="100"/>
        <c:noMultiLvlLbl val="0"/>
      </c:catAx>
      <c:valAx>
        <c:axId val="687934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687938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1DAEC8A-63CA-C948-3877-15B6EADC26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F4393F2-33C0-4F0D-0EBA-C9C74B7385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09673-1F95-4505-A45D-A6E39F071172}" type="datetimeFigureOut">
              <a:rPr lang="de-DE" smtClean="0"/>
              <a:t>22.10.2026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99135CC-4149-3519-3ED4-8BE320B54A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6FC1433-C974-8ED5-204B-77CEC01AC9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FBB8C-0B73-4E41-9A30-29FE579696B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01244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8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 Begrüßung: Wer seid ihr, worum geht es? Projekttitel, Namen und Kursnamen oben ersetzen. Die Fußzeile ändert ihr einmalig im Folienmaster (Ansicht &gt; Folienmaster &gt; Layout „INHALT“).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Überblick in 20 Sekunden. Zeitangaben anpassen oder streichen. Nicht benötigte Folien einfach löschen – die Reihenfolge folgt eurem Projektablauf.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CCF19-F86E-37E3-3719-C3D3A6F1B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6D4C73-8F4D-FCC4-3776-82D5938B2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0AF360-E33C-8BFA-A627-88D6E302C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erklärt ihr in 30–60 Sekunden, welches Thema ihr gewählt habt und warum. Die Beispiele in grau durch eure eigenen Inhalte ersetzen.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40299-4167-E604-3B6B-8A2595D6E3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29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Zeigt einen Screenshot eures echten Kanban-Boards (Trello, Jira, Notion …) oder passt die Karten hier an. Rechts: Wer hat was übernommen? Das gehört auch in die kurze Doku.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7EA49-00F5-7174-052E-31EF9077A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2B485-B4DE-64AB-1CD6-5C4F4F801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21F0C6-5538-8803-E9A0-D618CF08E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die Datenstruktur (Felder, Datentypen, Beispielwerte), rechts ein kurzer Code-Auszug. Nur den Kern zeigen – der vollständige Code liegt im Repository. Betont: nur Standardbibliothek, kein Pandas.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40C0C9-9C77-3615-8609-BBE4C1D66E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14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rote Faden eures Projekts in fünf Schritten. Hier erklärt ihr eure Logik: Welche zusätzlichen Informationen leitet ihr aus den Rohdaten ab?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des Dashboards einfügen (Bild über den Platzhalter legen und den Platzhalter löschen) oder das Dashboard live in Excel zeigen. Erklärt, welche Frage jedes Element beantwortet.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drei Kennzahlen aus eurem Dashboard, rechts ein Diagramm. Das Diagramm zeigt Beispieldaten – ersetzt es durch ein Bild eures Excel-Diagramms oder bearbeitet die Daten per Rechtsklick &gt; Daten bearbeiten.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Hört bei den anderen Präsentationen gut zu: Was war besonders smart gelöst? Was hättet ihr anders gemacht? Konstruktives Feedback ist ausdrücklich erwünscht.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5836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Projekttitel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r>
              <a:rPr lang="en-US" sz="2000" dirty="0">
                <a:solidFill>
                  <a:schemeClr val="accent3"/>
                </a:solidFill>
              </a:rPr>
              <a:t>Untertitel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Folientitel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latin typeface="Abadi ExtraLight" panose="020B0204020104020204" pitchFamily="34" charset="0"/>
              </a:rPr>
              <a:t>Buchung</a:t>
            </a:r>
            <a:r>
              <a:rPr lang="en-US" sz="1000" dirty="0">
                <a:latin typeface="Abadi ExtraLight" panose="020B0204020104020204" pitchFamily="34" charset="0"/>
              </a:rPr>
              <a:t> </a:t>
            </a:r>
            <a:r>
              <a:rPr lang="en-US" sz="1000" dirty="0" err="1">
                <a:latin typeface="Abadi ExtraLight" panose="020B0204020104020204" pitchFamily="34" charset="0"/>
              </a:rPr>
              <a:t>Sportkurse</a:t>
            </a:r>
            <a:r>
              <a:rPr lang="en-US" sz="1000" dirty="0">
                <a:latin typeface="Abadi ExtraLight" panose="020B0204020104020204" pitchFamily="34" charset="0"/>
              </a:rPr>
              <a:t> </a:t>
            </a:r>
            <a:r>
              <a:rPr lang="en-US" sz="1000" dirty="0">
                <a:solidFill>
                  <a:schemeClr val="accent4"/>
                </a:solidFill>
              </a:rPr>
              <a:t>·  </a:t>
            </a:r>
            <a:r>
              <a:rPr lang="de-DE" sz="1000" kern="1200" dirty="0" err="1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Michajlo</a:t>
            </a:r>
            <a:r>
              <a:rPr lang="en-US" sz="1000" dirty="0">
                <a:solidFill>
                  <a:schemeClr val="accent4"/>
                </a:solidFill>
              </a:rPr>
              <a:t> &amp; Anastasia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LUS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65836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Vielen Dank!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65836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r>
              <a:rPr lang="en-US" sz="2400" dirty="0">
                <a:solidFill>
                  <a:schemeClr val="accent3"/>
                </a:solidFill>
              </a:rPr>
              <a:t>Fragen &amp; Feedback</a:t>
            </a: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ichajlo-solod.atlassian.net/jira/software/projects/KAN/boards/1?filter=&amp;groupBy=non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ychajloBear/sportprojec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hyperlink" Target="https://d.docs.live.net/18c4d841d4848db5/Desktop/DSI_DataSciense_Inhalt/Python/Wo4_Python/Wo4_Tag4_MonatsProjekt_Sportkurse/Dashboard_SPortkurse.xlsx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2"/>
                </a:solidFill>
              </a:rPr>
              <a:t>PROJEKTPRÄSENTATION – MONAT 1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dirty="0" err="1">
                <a:latin typeface="Abadi ExtraLight" panose="020B0204020104020204" pitchFamily="34" charset="0"/>
              </a:rPr>
              <a:t>Buchung</a:t>
            </a:r>
            <a:r>
              <a:rPr lang="en-US" dirty="0">
                <a:latin typeface="Abadi ExtraLight" panose="020B0204020104020204" pitchFamily="34" charset="0"/>
              </a:rPr>
              <a:t> </a:t>
            </a:r>
            <a:r>
              <a:rPr lang="en-US" dirty="0" err="1">
                <a:latin typeface="Abadi ExtraLight" panose="020B0204020104020204" pitchFamily="34" charset="0"/>
              </a:rPr>
              <a:t>Sportkurse</a:t>
            </a:r>
            <a:endParaRPr lang="en-US" sz="4800" dirty="0">
              <a:latin typeface="Abadi ExtraLight" panose="020B0204020104020204" pitchFamily="34" charset="0"/>
            </a:endParaRPr>
          </a:p>
        </p:txBody>
      </p:sp>
      <p:sp>
        <p:nvSpPr>
          <p:cNvPr id="4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6576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3"/>
                </a:solidFill>
              </a:rPr>
              <a:t>Datengenerierung mit Python · Aufbereitung mit PowerQuery · </a:t>
            </a:r>
            <a:r>
              <a:rPr lang="en-US" sz="2000" dirty="0" err="1">
                <a:solidFill>
                  <a:schemeClr val="accent3"/>
                </a:solidFill>
              </a:rPr>
              <a:t>Datenanalyse</a:t>
            </a:r>
            <a:r>
              <a:rPr lang="en-US" sz="2000" dirty="0">
                <a:solidFill>
                  <a:schemeClr val="accent3"/>
                </a:solidFill>
              </a:rPr>
              <a:t> &amp; Dashboard in Excel</a:t>
            </a:r>
            <a:endParaRPr lang="en-US" sz="2000" dirty="0"/>
          </a:p>
        </p:txBody>
      </p:sp>
      <p:sp>
        <p:nvSpPr>
          <p:cNvPr id="5" name="Teamnamen"/>
          <p:cNvSpPr txBox="1"/>
          <p:nvPr/>
        </p:nvSpPr>
        <p:spPr>
          <a:xfrm>
            <a:off x="731520" y="5029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 err="1">
                <a:solidFill>
                  <a:schemeClr val="bg1"/>
                </a:solidFill>
              </a:rPr>
              <a:t>Michajlo</a:t>
            </a:r>
            <a:r>
              <a:rPr lang="en-US" sz="2000" dirty="0">
                <a:solidFill>
                  <a:schemeClr val="bg1"/>
                </a:solidFill>
              </a:rPr>
              <a:t> Solod &amp; Anastasia Böhm</a:t>
            </a:r>
            <a:endParaRPr lang="en-US" sz="2000" dirty="0"/>
          </a:p>
        </p:txBody>
      </p:sp>
      <p:sp>
        <p:nvSpPr>
          <p:cNvPr id="6" name="Kursinfo"/>
          <p:cNvSpPr txBox="1"/>
          <p:nvPr/>
        </p:nvSpPr>
        <p:spPr>
          <a:xfrm>
            <a:off x="73152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DSI Institute / Data Science  ·  22.10.2026</a:t>
            </a:r>
            <a:endParaRPr lang="en-US" sz="1400" dirty="0"/>
          </a:p>
        </p:txBody>
      </p:sp>
      <p:sp>
        <p:nvSpPr>
          <p:cNvPr id="7" name="Deko Kreis groß"/>
          <p:cNvSpPr/>
          <p:nvPr/>
        </p:nvSpPr>
        <p:spPr>
          <a:xfrm>
            <a:off x="7863840" y="914400"/>
            <a:ext cx="3840480" cy="3840480"/>
          </a:xfrm>
          <a:prstGeom prst="ellipse">
            <a:avLst/>
          </a:prstGeom>
          <a:solidFill>
            <a:schemeClr val="accent1">
              <a:alpha val="65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Deko Kreis Akzent"/>
          <p:cNvSpPr/>
          <p:nvPr/>
        </p:nvSpPr>
        <p:spPr>
          <a:xfrm>
            <a:off x="10241280" y="420624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Deko Kreis Kontur"/>
          <p:cNvSpPr/>
          <p:nvPr/>
        </p:nvSpPr>
        <p:spPr>
          <a:xfrm>
            <a:off x="7223760" y="4297680"/>
            <a:ext cx="1097280" cy="1097280"/>
          </a:xfrm>
          <a:prstGeom prst="ellipse">
            <a:avLst/>
          </a:prstGeom>
          <a:solidFill>
            <a:schemeClr val="tx2">
              <a:alpha val="0"/>
            </a:schemeClr>
          </a:solidFill>
          <a:ln w="254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Deko Icon" descr="Deko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05740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0" dirty="0">
                <a:solidFill>
                  <a:schemeClr val="tx2"/>
                </a:solidFill>
                <a:latin typeface="Abadi" panose="020B0604020104020204" pitchFamily="34" charset="0"/>
              </a:rPr>
              <a:t>Agenda</a:t>
            </a:r>
            <a:endParaRPr lang="en-US" sz="3400" b="0" dirty="0">
              <a:latin typeface="Abadi" panose="020B0604020104020204" pitchFamily="34" charset="0"/>
            </a:endParaRPr>
          </a:p>
        </p:txBody>
      </p:sp>
      <p:sp>
        <p:nvSpPr>
          <p:cNvPr id="4" name="Agenda Zeile 1"/>
          <p:cNvSpPr/>
          <p:nvPr/>
        </p:nvSpPr>
        <p:spPr>
          <a:xfrm>
            <a:off x="548640" y="1943871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Agenda Nummer 1"/>
          <p:cNvSpPr/>
          <p:nvPr/>
        </p:nvSpPr>
        <p:spPr>
          <a:xfrm>
            <a:off x="777240" y="2053599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Agenda Ziffer 1"/>
          <p:cNvSpPr txBox="1"/>
          <p:nvPr/>
        </p:nvSpPr>
        <p:spPr>
          <a:xfrm>
            <a:off x="777240" y="2053599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Agenda Titel 1"/>
          <p:cNvSpPr txBox="1"/>
          <p:nvPr/>
        </p:nvSpPr>
        <p:spPr>
          <a:xfrm>
            <a:off x="1645920" y="1943871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Projektidee &amp; Teamorganisation</a:t>
            </a:r>
            <a:endParaRPr lang="en-US" sz="2000" dirty="0"/>
          </a:p>
        </p:txBody>
      </p:sp>
      <p:sp>
        <p:nvSpPr>
          <p:cNvPr id="8" name="Agenda Zeit 1"/>
          <p:cNvSpPr txBox="1"/>
          <p:nvPr/>
        </p:nvSpPr>
        <p:spPr>
          <a:xfrm>
            <a:off x="9265615" y="1943871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9" name="Agenda Zeile 2"/>
          <p:cNvSpPr/>
          <p:nvPr/>
        </p:nvSpPr>
        <p:spPr>
          <a:xfrm>
            <a:off x="548640" y="2858271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Agenda Nummer 2"/>
          <p:cNvSpPr/>
          <p:nvPr/>
        </p:nvSpPr>
        <p:spPr>
          <a:xfrm>
            <a:off x="777240" y="2967999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Agenda Ziffer 2"/>
          <p:cNvSpPr txBox="1"/>
          <p:nvPr/>
        </p:nvSpPr>
        <p:spPr>
          <a:xfrm>
            <a:off x="777240" y="2967999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Agenda Titel 2"/>
          <p:cNvSpPr txBox="1"/>
          <p:nvPr/>
        </p:nvSpPr>
        <p:spPr>
          <a:xfrm>
            <a:off x="1645920" y="2858271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Datengenerierung mit Python</a:t>
            </a:r>
            <a:endParaRPr lang="en-US" sz="2000" dirty="0"/>
          </a:p>
        </p:txBody>
      </p:sp>
      <p:sp>
        <p:nvSpPr>
          <p:cNvPr id="13" name="Agenda Zeit 2"/>
          <p:cNvSpPr txBox="1"/>
          <p:nvPr/>
        </p:nvSpPr>
        <p:spPr>
          <a:xfrm>
            <a:off x="9265615" y="2858271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14" name="Agenda Zeile 3"/>
          <p:cNvSpPr/>
          <p:nvPr/>
        </p:nvSpPr>
        <p:spPr>
          <a:xfrm>
            <a:off x="548640" y="3772671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Agenda Nummer 3"/>
          <p:cNvSpPr/>
          <p:nvPr/>
        </p:nvSpPr>
        <p:spPr>
          <a:xfrm>
            <a:off x="777240" y="3882399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Agenda Ziffer 3"/>
          <p:cNvSpPr txBox="1"/>
          <p:nvPr/>
        </p:nvSpPr>
        <p:spPr>
          <a:xfrm>
            <a:off x="777240" y="3882399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Agenda Titel 3"/>
          <p:cNvSpPr txBox="1"/>
          <p:nvPr/>
        </p:nvSpPr>
        <p:spPr>
          <a:xfrm>
            <a:off x="1645920" y="3772671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Transformation mit PowerQuery</a:t>
            </a:r>
            <a:endParaRPr lang="en-US" sz="2000" dirty="0"/>
          </a:p>
        </p:txBody>
      </p:sp>
      <p:sp>
        <p:nvSpPr>
          <p:cNvPr id="18" name="Agenda Zeit 3"/>
          <p:cNvSpPr txBox="1"/>
          <p:nvPr/>
        </p:nvSpPr>
        <p:spPr>
          <a:xfrm>
            <a:off x="9265615" y="3772671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19" name="Agenda Zeile 4"/>
          <p:cNvSpPr/>
          <p:nvPr/>
        </p:nvSpPr>
        <p:spPr>
          <a:xfrm>
            <a:off x="548640" y="4687071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Agenda Nummer 4"/>
          <p:cNvSpPr/>
          <p:nvPr/>
        </p:nvSpPr>
        <p:spPr>
          <a:xfrm>
            <a:off x="777240" y="4796799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Agenda Ziffer 4"/>
          <p:cNvSpPr txBox="1"/>
          <p:nvPr/>
        </p:nvSpPr>
        <p:spPr>
          <a:xfrm>
            <a:off x="777240" y="4796799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Agenda Titel 4"/>
          <p:cNvSpPr txBox="1"/>
          <p:nvPr/>
        </p:nvSpPr>
        <p:spPr>
          <a:xfrm>
            <a:off x="1645920" y="4687071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Dashboard &amp; Erkenntnisse</a:t>
            </a:r>
            <a:endParaRPr lang="en-US" sz="2000" dirty="0"/>
          </a:p>
        </p:txBody>
      </p:sp>
      <p:sp>
        <p:nvSpPr>
          <p:cNvPr id="23" name="Agenda Zeit 4"/>
          <p:cNvSpPr txBox="1"/>
          <p:nvPr/>
        </p:nvSpPr>
        <p:spPr>
          <a:xfrm>
            <a:off x="9265615" y="4687071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28" name="Agenda Zeit 5"/>
          <p:cNvSpPr txBox="1"/>
          <p:nvPr/>
        </p:nvSpPr>
        <p:spPr>
          <a:xfrm>
            <a:off x="9265615" y="5601471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6981F-7251-5328-A769-AAEAE2509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897E66-2D17-E384-CDAC-EC520FEF59C9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0" dirty="0">
                <a:solidFill>
                  <a:schemeClr val="tx2"/>
                </a:solidFill>
                <a:latin typeface="Abadi" panose="020B0604020104020204" pitchFamily="34" charset="0"/>
              </a:rPr>
              <a:t>Projektidee &amp; Ziel</a:t>
            </a:r>
            <a:endParaRPr lang="en-US" sz="3400" b="0" dirty="0">
              <a:latin typeface="Abadi" panose="020B0604020104020204" pitchFamily="34" charset="0"/>
            </a:endParaRPr>
          </a:p>
        </p:txBody>
      </p:sp>
      <p:sp>
        <p:nvSpPr>
          <p:cNvPr id="4" name="Karte Thema">
            <a:extLst>
              <a:ext uri="{FF2B5EF4-FFF2-40B4-BE49-F238E27FC236}">
                <a16:creationId xmlns:a16="http://schemas.microsoft.com/office/drawing/2014/main" id="{4C5C72AE-28AE-6D3C-04C3-2E6A5E0DDCBF}"/>
              </a:ext>
            </a:extLst>
          </p:cNvPr>
          <p:cNvSpPr/>
          <p:nvPr/>
        </p:nvSpPr>
        <p:spPr>
          <a:xfrm>
            <a:off x="548640" y="1645920"/>
            <a:ext cx="3520440" cy="42976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ymbol Thema">
            <a:extLst>
              <a:ext uri="{FF2B5EF4-FFF2-40B4-BE49-F238E27FC236}">
                <a16:creationId xmlns:a16="http://schemas.microsoft.com/office/drawing/2014/main" id="{86259EC7-F904-C2D3-D4F7-D3AB9A585E52}"/>
              </a:ext>
            </a:extLst>
          </p:cNvPr>
          <p:cNvSpPr/>
          <p:nvPr/>
        </p:nvSpPr>
        <p:spPr>
          <a:xfrm>
            <a:off x="868680" y="20116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6" name="Symbol Thema Icon" descr="Symbol Thema">
            <a:extLst>
              <a:ext uri="{FF2B5EF4-FFF2-40B4-BE49-F238E27FC236}">
                <a16:creationId xmlns:a16="http://schemas.microsoft.com/office/drawing/2014/main" id="{26C1E654-A384-A745-62B2-258C1F4F2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240280"/>
            <a:ext cx="457200" cy="457200"/>
          </a:xfrm>
          <a:prstGeom prst="rect">
            <a:avLst/>
          </a:prstGeom>
        </p:spPr>
      </p:pic>
      <p:sp>
        <p:nvSpPr>
          <p:cNvPr id="7" name="Überschrift Thema">
            <a:extLst>
              <a:ext uri="{FF2B5EF4-FFF2-40B4-BE49-F238E27FC236}">
                <a16:creationId xmlns:a16="http://schemas.microsoft.com/office/drawing/2014/main" id="{BC8BF405-498E-F13C-C02A-B3C6B4779BFA}"/>
              </a:ext>
            </a:extLst>
          </p:cNvPr>
          <p:cNvSpPr txBox="1"/>
          <p:nvPr/>
        </p:nvSpPr>
        <p:spPr>
          <a:xfrm>
            <a:off x="868680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Thema</a:t>
            </a:r>
            <a:endParaRPr lang="en-US" sz="2200" dirty="0"/>
          </a:p>
        </p:txBody>
      </p:sp>
      <p:sp>
        <p:nvSpPr>
          <p:cNvPr id="8" name="Text Thema">
            <a:extLst>
              <a:ext uri="{FF2B5EF4-FFF2-40B4-BE49-F238E27FC236}">
                <a16:creationId xmlns:a16="http://schemas.microsoft.com/office/drawing/2014/main" id="{C4A3FA8E-131E-66CD-88A5-B0F45A18E09A}"/>
              </a:ext>
            </a:extLst>
          </p:cNvPr>
          <p:cNvSpPr txBox="1"/>
          <p:nvPr/>
        </p:nvSpPr>
        <p:spPr>
          <a:xfrm>
            <a:off x="868679" y="3640977"/>
            <a:ext cx="3022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1600" dirty="0"/>
              <a:t>Buchungen von Sportkursen für Kinder in den Ferien beim Sportverein „Olympia Neustadt e.V.“</a:t>
            </a:r>
          </a:p>
          <a:p>
            <a:endParaRPr lang="de-DE" sz="1600" dirty="0"/>
          </a:p>
          <a:p>
            <a:r>
              <a:rPr lang="de-DE" sz="1600" dirty="0"/>
              <a:t>Analysiert werden:</a:t>
            </a:r>
          </a:p>
          <a:p>
            <a:r>
              <a:rPr lang="de-DE" sz="1600" dirty="0"/>
              <a:t>- Nachfrage nach Sportarten</a:t>
            </a:r>
          </a:p>
          <a:p>
            <a:r>
              <a:rPr lang="de-DE" sz="1600" dirty="0"/>
              <a:t>- Altersstruktur der Kinder</a:t>
            </a:r>
          </a:p>
          <a:p>
            <a:r>
              <a:rPr lang="de-DE" sz="1600" dirty="0"/>
              <a:t>- Mitglieder und Nichtmitglieder</a:t>
            </a:r>
          </a:p>
          <a:p>
            <a:r>
              <a:rPr lang="de-DE" sz="1600" dirty="0"/>
              <a:t>- Preise und Ermäßigungen</a:t>
            </a:r>
          </a:p>
          <a:p>
            <a:endParaRPr lang="de-DE" sz="1600" dirty="0"/>
          </a:p>
          <a:p>
            <a:endParaRPr lang="en-US" sz="1600" dirty="0"/>
          </a:p>
        </p:txBody>
      </p:sp>
      <p:sp>
        <p:nvSpPr>
          <p:cNvPr id="10" name="Karte Datensatz">
            <a:extLst>
              <a:ext uri="{FF2B5EF4-FFF2-40B4-BE49-F238E27FC236}">
                <a16:creationId xmlns:a16="http://schemas.microsoft.com/office/drawing/2014/main" id="{5998BBA7-1767-B6B2-99BE-FA9E77B5421A}"/>
              </a:ext>
            </a:extLst>
          </p:cNvPr>
          <p:cNvSpPr/>
          <p:nvPr/>
        </p:nvSpPr>
        <p:spPr>
          <a:xfrm>
            <a:off x="4334256" y="1645920"/>
            <a:ext cx="3520440" cy="42976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ymbol Datensatz">
            <a:extLst>
              <a:ext uri="{FF2B5EF4-FFF2-40B4-BE49-F238E27FC236}">
                <a16:creationId xmlns:a16="http://schemas.microsoft.com/office/drawing/2014/main" id="{A0BCE841-003C-68E3-275B-A7C1BE69EE35}"/>
              </a:ext>
            </a:extLst>
          </p:cNvPr>
          <p:cNvSpPr/>
          <p:nvPr/>
        </p:nvSpPr>
        <p:spPr>
          <a:xfrm>
            <a:off x="4654296" y="20116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Symbol Datensatz Icon" descr="Symbol Datensatz">
            <a:extLst>
              <a:ext uri="{FF2B5EF4-FFF2-40B4-BE49-F238E27FC236}">
                <a16:creationId xmlns:a16="http://schemas.microsoft.com/office/drawing/2014/main" id="{EAA52449-FFBA-BDC0-D220-BE8E26473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240280"/>
            <a:ext cx="457200" cy="457200"/>
          </a:xfrm>
          <a:prstGeom prst="rect">
            <a:avLst/>
          </a:prstGeom>
        </p:spPr>
      </p:pic>
      <p:sp>
        <p:nvSpPr>
          <p:cNvPr id="13" name="Überschrift Datensatz">
            <a:extLst>
              <a:ext uri="{FF2B5EF4-FFF2-40B4-BE49-F238E27FC236}">
                <a16:creationId xmlns:a16="http://schemas.microsoft.com/office/drawing/2014/main" id="{342B7D8D-F9DA-F660-3C34-1E3F02E6BBD8}"/>
              </a:ext>
            </a:extLst>
          </p:cNvPr>
          <p:cNvSpPr txBox="1"/>
          <p:nvPr/>
        </p:nvSpPr>
        <p:spPr>
          <a:xfrm>
            <a:off x="4654296" y="31546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Datensatz</a:t>
            </a:r>
            <a:endParaRPr lang="en-US" sz="2200" dirty="0"/>
          </a:p>
        </p:txBody>
      </p:sp>
      <p:sp>
        <p:nvSpPr>
          <p:cNvPr id="14" name="Text Datensatz">
            <a:extLst>
              <a:ext uri="{FF2B5EF4-FFF2-40B4-BE49-F238E27FC236}">
                <a16:creationId xmlns:a16="http://schemas.microsoft.com/office/drawing/2014/main" id="{BD8DB77E-6399-3E17-0BD7-DE9EE1A74202}"/>
              </a:ext>
            </a:extLst>
          </p:cNvPr>
          <p:cNvSpPr txBox="1"/>
          <p:nvPr/>
        </p:nvSpPr>
        <p:spPr>
          <a:xfrm>
            <a:off x="4654296" y="3640977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de-DE" sz="1600" dirty="0"/>
              <a:t>Simuliert werden 400 Buchungen mit:</a:t>
            </a:r>
          </a:p>
          <a:p>
            <a:r>
              <a:rPr lang="de-DE" sz="1600" dirty="0"/>
              <a:t>- </a:t>
            </a:r>
            <a:r>
              <a:rPr lang="de-DE" sz="1600" dirty="0" err="1"/>
              <a:t>BuchungsID</a:t>
            </a:r>
            <a:r>
              <a:rPr lang="de-DE" sz="1600" dirty="0"/>
              <a:t> und Datum</a:t>
            </a:r>
          </a:p>
          <a:p>
            <a:r>
              <a:rPr lang="de-DE" sz="1600" dirty="0"/>
              <a:t>- Sportart</a:t>
            </a:r>
          </a:p>
          <a:p>
            <a:r>
              <a:rPr lang="de-DE" sz="1600" dirty="0"/>
              <a:t>- Alter des Kindes</a:t>
            </a:r>
          </a:p>
          <a:p>
            <a:r>
              <a:rPr lang="de-DE" sz="1600" dirty="0"/>
              <a:t>- Mitglied (ja/nein)</a:t>
            </a:r>
          </a:p>
          <a:p>
            <a:r>
              <a:rPr lang="de-DE" sz="1600" dirty="0"/>
              <a:t>- Preis</a:t>
            </a:r>
          </a:p>
          <a:p>
            <a:r>
              <a:rPr lang="de-DE" sz="1600" dirty="0"/>
              <a:t>- Ermäßigung</a:t>
            </a:r>
          </a:p>
          <a:p>
            <a:pPr marL="285750" indent="-285750">
              <a:buFontTx/>
              <a:buChar char="-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Karte Ziel">
            <a:extLst>
              <a:ext uri="{FF2B5EF4-FFF2-40B4-BE49-F238E27FC236}">
                <a16:creationId xmlns:a16="http://schemas.microsoft.com/office/drawing/2014/main" id="{D7A1AFA8-C893-DDA2-B7C9-B867ACB8DEB5}"/>
              </a:ext>
            </a:extLst>
          </p:cNvPr>
          <p:cNvSpPr/>
          <p:nvPr/>
        </p:nvSpPr>
        <p:spPr>
          <a:xfrm>
            <a:off x="8119872" y="1645920"/>
            <a:ext cx="3520440" cy="42976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17" name="Symbol Ziel">
            <a:extLst>
              <a:ext uri="{FF2B5EF4-FFF2-40B4-BE49-F238E27FC236}">
                <a16:creationId xmlns:a16="http://schemas.microsoft.com/office/drawing/2014/main" id="{928816EE-E5DC-F460-A6C0-15210AC3A3FC}"/>
              </a:ext>
            </a:extLst>
          </p:cNvPr>
          <p:cNvSpPr/>
          <p:nvPr/>
        </p:nvSpPr>
        <p:spPr>
          <a:xfrm>
            <a:off x="8439912" y="20116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8" name="Symbol Ziel Icon" descr="Symbol Ziel">
            <a:extLst>
              <a:ext uri="{FF2B5EF4-FFF2-40B4-BE49-F238E27FC236}">
                <a16:creationId xmlns:a16="http://schemas.microsoft.com/office/drawing/2014/main" id="{1CEC3632-0FC7-8120-3261-495C68636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2240280"/>
            <a:ext cx="457200" cy="457200"/>
          </a:xfrm>
          <a:prstGeom prst="rect">
            <a:avLst/>
          </a:prstGeom>
        </p:spPr>
      </p:pic>
      <p:sp>
        <p:nvSpPr>
          <p:cNvPr id="19" name="Überschrift Ziel">
            <a:extLst>
              <a:ext uri="{FF2B5EF4-FFF2-40B4-BE49-F238E27FC236}">
                <a16:creationId xmlns:a16="http://schemas.microsoft.com/office/drawing/2014/main" id="{0D8E1604-5D65-AD3D-6699-C06CA7EAA196}"/>
              </a:ext>
            </a:extLst>
          </p:cNvPr>
          <p:cNvSpPr txBox="1"/>
          <p:nvPr/>
        </p:nvSpPr>
        <p:spPr>
          <a:xfrm>
            <a:off x="8439912" y="3154680"/>
            <a:ext cx="3087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Ziel</a:t>
            </a:r>
            <a:endParaRPr lang="en-US" sz="2200" dirty="0"/>
          </a:p>
        </p:txBody>
      </p:sp>
      <p:sp>
        <p:nvSpPr>
          <p:cNvPr id="20" name="Text Ziel">
            <a:extLst>
              <a:ext uri="{FF2B5EF4-FFF2-40B4-BE49-F238E27FC236}">
                <a16:creationId xmlns:a16="http://schemas.microsoft.com/office/drawing/2014/main" id="{7D435374-3DD9-E379-D402-4852A57D7F4F}"/>
              </a:ext>
            </a:extLst>
          </p:cNvPr>
          <p:cNvSpPr txBox="1"/>
          <p:nvPr/>
        </p:nvSpPr>
        <p:spPr>
          <a:xfrm>
            <a:off x="8439912" y="3516283"/>
            <a:ext cx="2880360" cy="20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de-DE" sz="1600" dirty="0"/>
          </a:p>
          <a:p>
            <a:r>
              <a:rPr lang="de-DE" sz="1600" dirty="0"/>
              <a:t>Welche Sportarten werden am meisten gebucht? </a:t>
            </a:r>
          </a:p>
          <a:p>
            <a:endParaRPr lang="de-DE" sz="1600" dirty="0"/>
          </a:p>
          <a:p>
            <a:r>
              <a:rPr lang="de-DE" sz="1600" dirty="0"/>
              <a:t>Welche Altersgruppe treibt am meinten Sport?</a:t>
            </a:r>
          </a:p>
          <a:p>
            <a:endParaRPr lang="de-DE" sz="1600" dirty="0"/>
          </a:p>
          <a:p>
            <a:r>
              <a:rPr lang="de-DE" sz="1600" dirty="0"/>
              <a:t>Welche sind umsatzstärkste Monate?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CDD174A-693C-671B-82CB-929D2E14A1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982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0" dirty="0" err="1">
                <a:solidFill>
                  <a:schemeClr val="tx2"/>
                </a:solidFill>
                <a:latin typeface="Abadi" panose="020F0502020204030204" pitchFamily="34" charset="0"/>
              </a:rPr>
              <a:t>Teamorganisation</a:t>
            </a:r>
            <a:r>
              <a:rPr lang="en-US" sz="3400" b="0" dirty="0">
                <a:solidFill>
                  <a:schemeClr val="tx2"/>
                </a:solidFill>
                <a:latin typeface="Abadi" panose="020F0502020204030204" pitchFamily="34" charset="0"/>
              </a:rPr>
              <a:t> </a:t>
            </a:r>
            <a:r>
              <a:rPr lang="en-US" sz="3400" b="0" dirty="0" err="1">
                <a:solidFill>
                  <a:schemeClr val="tx2"/>
                </a:solidFill>
                <a:latin typeface="Abadi" panose="020F0502020204030204" pitchFamily="34" charset="0"/>
              </a:rPr>
              <a:t>über</a:t>
            </a:r>
            <a:r>
              <a:rPr lang="en-US" sz="3400" b="0" dirty="0">
                <a:solidFill>
                  <a:schemeClr val="tx2"/>
                </a:solidFill>
                <a:latin typeface="Abadi" panose="020F0502020204030204" pitchFamily="34" charset="0"/>
              </a:rPr>
              <a:t> Jira</a:t>
            </a:r>
            <a:endParaRPr lang="en-US" sz="3400" b="0" dirty="0">
              <a:latin typeface="Abadi" panose="020F0502020204030204" pitchFamily="34" charset="0"/>
            </a:endParaRPr>
          </a:p>
        </p:txBody>
      </p:sp>
      <p:sp>
        <p:nvSpPr>
          <p:cNvPr id="4" name="Kanban Spalte To Do"/>
          <p:cNvSpPr/>
          <p:nvPr/>
        </p:nvSpPr>
        <p:spPr>
          <a:xfrm>
            <a:off x="548640" y="1600200"/>
            <a:ext cx="2194560" cy="4480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Kanban Kopf To Do"/>
          <p:cNvSpPr/>
          <p:nvPr/>
        </p:nvSpPr>
        <p:spPr>
          <a:xfrm>
            <a:off x="548640" y="1600200"/>
            <a:ext cx="2194560" cy="502920"/>
          </a:xfrm>
          <a:prstGeom prst="roundRect">
            <a:avLst>
              <a:gd name="adj" fmla="val 2181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Kanban Titel To Do"/>
          <p:cNvSpPr txBox="1"/>
          <p:nvPr/>
        </p:nvSpPr>
        <p:spPr>
          <a:xfrm>
            <a:off x="548640" y="1600200"/>
            <a:ext cx="2194560" cy="502920"/>
          </a:xfrm>
          <a:prstGeom prst="rect">
            <a:avLst/>
          </a:prstGeom>
          <a:solidFill>
            <a:schemeClr val="bg1">
              <a:lumMod val="6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To Do</a:t>
            </a:r>
            <a:endParaRPr lang="en-US" sz="1600" dirty="0"/>
          </a:p>
        </p:txBody>
      </p:sp>
      <p:sp>
        <p:nvSpPr>
          <p:cNvPr id="7" name="Kanban Karte To Do 1"/>
          <p:cNvSpPr/>
          <p:nvPr/>
        </p:nvSpPr>
        <p:spPr>
          <a:xfrm>
            <a:off x="685800" y="228600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Kanban Text To Do 1"/>
          <p:cNvSpPr txBox="1"/>
          <p:nvPr/>
        </p:nvSpPr>
        <p:spPr>
          <a:xfrm>
            <a:off x="822960" y="22860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chemeClr val="tx1"/>
                </a:solidFill>
              </a:rPr>
              <a:t>Präsentation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erstellen</a:t>
            </a:r>
            <a:endParaRPr lang="en-US" sz="1400" dirty="0"/>
          </a:p>
        </p:txBody>
      </p:sp>
      <p:sp>
        <p:nvSpPr>
          <p:cNvPr id="9" name="Kanban Karte To Do 2"/>
          <p:cNvSpPr/>
          <p:nvPr/>
        </p:nvSpPr>
        <p:spPr>
          <a:xfrm>
            <a:off x="685800" y="352044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Kanban Text To Do 2"/>
          <p:cNvSpPr txBox="1"/>
          <p:nvPr/>
        </p:nvSpPr>
        <p:spPr>
          <a:xfrm>
            <a:off x="822960" y="3520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Code aufräumen</a:t>
            </a:r>
            <a:endParaRPr lang="en-US" sz="1400" dirty="0"/>
          </a:p>
        </p:txBody>
      </p:sp>
      <p:sp>
        <p:nvSpPr>
          <p:cNvPr id="11" name="Kanban Karte To Do 3"/>
          <p:cNvSpPr/>
          <p:nvPr/>
        </p:nvSpPr>
        <p:spPr>
          <a:xfrm>
            <a:off x="685800" y="4754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Kanban Text To Do 3"/>
          <p:cNvSpPr txBox="1"/>
          <p:nvPr/>
        </p:nvSpPr>
        <p:spPr>
          <a:xfrm>
            <a:off x="822960" y="4754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Kurze Dok u</a:t>
            </a:r>
            <a:endParaRPr lang="en-US" sz="1400" dirty="0"/>
          </a:p>
        </p:txBody>
      </p:sp>
      <p:sp>
        <p:nvSpPr>
          <p:cNvPr id="13" name="Kanban Spalte In Arbeit"/>
          <p:cNvSpPr/>
          <p:nvPr/>
        </p:nvSpPr>
        <p:spPr>
          <a:xfrm>
            <a:off x="2926080" y="1600200"/>
            <a:ext cx="2194560" cy="4480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Kanban Kopf In Arbeit"/>
          <p:cNvSpPr/>
          <p:nvPr/>
        </p:nvSpPr>
        <p:spPr>
          <a:xfrm>
            <a:off x="2926080" y="1600200"/>
            <a:ext cx="219456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Kanban Titel In Arbeit"/>
          <p:cNvSpPr txBox="1"/>
          <p:nvPr/>
        </p:nvSpPr>
        <p:spPr>
          <a:xfrm>
            <a:off x="2926080" y="1600200"/>
            <a:ext cx="2194560" cy="50292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In Arbeit</a:t>
            </a:r>
            <a:endParaRPr lang="en-US" sz="1600" dirty="0"/>
          </a:p>
        </p:txBody>
      </p:sp>
      <p:sp>
        <p:nvSpPr>
          <p:cNvPr id="16" name="Kanban Karte In Arbeit 1"/>
          <p:cNvSpPr/>
          <p:nvPr/>
        </p:nvSpPr>
        <p:spPr>
          <a:xfrm>
            <a:off x="3063240" y="228600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Kanban Text In Arbeit 1"/>
          <p:cNvSpPr txBox="1"/>
          <p:nvPr/>
        </p:nvSpPr>
        <p:spPr>
          <a:xfrm>
            <a:off x="3200400" y="22860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</a:t>
            </a:r>
            <a:endParaRPr lang="en-US" sz="1400" dirty="0"/>
          </a:p>
        </p:txBody>
      </p:sp>
      <p:sp>
        <p:nvSpPr>
          <p:cNvPr id="18" name="Kanban Karte In Arbeit 2"/>
          <p:cNvSpPr/>
          <p:nvPr/>
        </p:nvSpPr>
        <p:spPr>
          <a:xfrm>
            <a:off x="3063240" y="352044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Kanban Text In Arbeit 2"/>
          <p:cNvSpPr txBox="1"/>
          <p:nvPr/>
        </p:nvSpPr>
        <p:spPr>
          <a:xfrm>
            <a:off x="3200400" y="3520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Pivot-Tabellen</a:t>
            </a:r>
            <a:endParaRPr lang="en-US" sz="1400" dirty="0"/>
          </a:p>
        </p:txBody>
      </p:sp>
      <p:sp>
        <p:nvSpPr>
          <p:cNvPr id="20" name="Kanban Karte In Arbeit 3"/>
          <p:cNvSpPr/>
          <p:nvPr/>
        </p:nvSpPr>
        <p:spPr>
          <a:xfrm>
            <a:off x="3063240" y="4754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Kanban Text In Arbeit 3"/>
          <p:cNvSpPr txBox="1"/>
          <p:nvPr/>
        </p:nvSpPr>
        <p:spPr>
          <a:xfrm>
            <a:off x="3200400" y="4754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PowerQuery</a:t>
            </a:r>
            <a:endParaRPr lang="en-US" sz="1400" dirty="0"/>
          </a:p>
        </p:txBody>
      </p:sp>
      <p:sp>
        <p:nvSpPr>
          <p:cNvPr id="22" name="Kanban Spalte Erledigt"/>
          <p:cNvSpPr/>
          <p:nvPr/>
        </p:nvSpPr>
        <p:spPr>
          <a:xfrm>
            <a:off x="5303520" y="1600200"/>
            <a:ext cx="2194560" cy="4480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3" name="Kanban Kopf Erledigt"/>
          <p:cNvSpPr/>
          <p:nvPr/>
        </p:nvSpPr>
        <p:spPr>
          <a:xfrm>
            <a:off x="5303520" y="1600200"/>
            <a:ext cx="2194560" cy="502920"/>
          </a:xfrm>
          <a:prstGeom prst="roundRect">
            <a:avLst>
              <a:gd name="adj" fmla="val 21818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Kanban Titel Erledigt"/>
          <p:cNvSpPr txBox="1"/>
          <p:nvPr/>
        </p:nvSpPr>
        <p:spPr>
          <a:xfrm>
            <a:off x="5303520" y="1600200"/>
            <a:ext cx="2194560" cy="5029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Erledigt</a:t>
            </a:r>
            <a:endParaRPr lang="en-US" sz="1600" dirty="0"/>
          </a:p>
        </p:txBody>
      </p:sp>
      <p:sp>
        <p:nvSpPr>
          <p:cNvPr id="25" name="Kanban Karte Erledigt 1"/>
          <p:cNvSpPr/>
          <p:nvPr/>
        </p:nvSpPr>
        <p:spPr>
          <a:xfrm>
            <a:off x="5440680" y="228600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Kanban Text Erledigt 1"/>
          <p:cNvSpPr txBox="1"/>
          <p:nvPr/>
        </p:nvSpPr>
        <p:spPr>
          <a:xfrm>
            <a:off x="5577840" y="22860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Datenstruktur</a:t>
            </a:r>
            <a:endParaRPr lang="en-US" sz="1400" dirty="0"/>
          </a:p>
        </p:txBody>
      </p:sp>
      <p:sp>
        <p:nvSpPr>
          <p:cNvPr id="27" name="Kanban Karte Erledigt 2"/>
          <p:cNvSpPr/>
          <p:nvPr/>
        </p:nvSpPr>
        <p:spPr>
          <a:xfrm>
            <a:off x="5440680" y="352044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Kanban Text Erledigt 2"/>
          <p:cNvSpPr txBox="1"/>
          <p:nvPr/>
        </p:nvSpPr>
        <p:spPr>
          <a:xfrm>
            <a:off x="5577840" y="35204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chemeClr val="tx1"/>
                </a:solidFill>
              </a:rPr>
              <a:t>Zufallsdaten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generieren</a:t>
            </a:r>
            <a:endParaRPr lang="en-US" sz="1400" dirty="0"/>
          </a:p>
        </p:txBody>
      </p:sp>
      <p:sp>
        <p:nvSpPr>
          <p:cNvPr id="29" name="Kanban Karte Erledigt 3"/>
          <p:cNvSpPr/>
          <p:nvPr/>
        </p:nvSpPr>
        <p:spPr>
          <a:xfrm>
            <a:off x="5440680" y="4754880"/>
            <a:ext cx="192024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Kanban Text Erledigt 3"/>
          <p:cNvSpPr txBox="1"/>
          <p:nvPr/>
        </p:nvSpPr>
        <p:spPr>
          <a:xfrm>
            <a:off x="5577840" y="475488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CSV-Export</a:t>
            </a:r>
            <a:endParaRPr lang="en-US" sz="1400" dirty="0"/>
          </a:p>
        </p:txBody>
      </p:sp>
      <p:sp>
        <p:nvSpPr>
          <p:cNvPr id="31" name="Überschrift Aufgabenverteilung"/>
          <p:cNvSpPr txBox="1"/>
          <p:nvPr/>
        </p:nvSpPr>
        <p:spPr>
          <a:xfrm>
            <a:off x="7863840" y="160020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Aufgabenverteilung</a:t>
            </a:r>
            <a:endParaRPr lang="en-US" sz="2000" dirty="0"/>
          </a:p>
        </p:txBody>
      </p:sp>
      <p:sp>
        <p:nvSpPr>
          <p:cNvPr id="32" name="Personenkarte 1"/>
          <p:cNvSpPr/>
          <p:nvPr/>
        </p:nvSpPr>
        <p:spPr>
          <a:xfrm>
            <a:off x="7863840" y="2194560"/>
            <a:ext cx="377647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3" name="Person Symbol 1"/>
          <p:cNvSpPr/>
          <p:nvPr/>
        </p:nvSpPr>
        <p:spPr>
          <a:xfrm>
            <a:off x="8092440" y="26060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4" name="Person Symbol 1 Icon" descr="Person Symbol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788920"/>
            <a:ext cx="365760" cy="365760"/>
          </a:xfrm>
          <a:prstGeom prst="rect">
            <a:avLst/>
          </a:prstGeom>
        </p:spPr>
      </p:pic>
      <p:sp>
        <p:nvSpPr>
          <p:cNvPr id="35" name="Person Name 1"/>
          <p:cNvSpPr txBox="1"/>
          <p:nvPr/>
        </p:nvSpPr>
        <p:spPr>
          <a:xfrm>
            <a:off x="9052560" y="2423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 err="1">
                <a:solidFill>
                  <a:schemeClr val="tx2"/>
                </a:solidFill>
              </a:rPr>
              <a:t>Michajlo</a:t>
            </a:r>
            <a:endParaRPr lang="en-US" sz="1800" dirty="0"/>
          </a:p>
        </p:txBody>
      </p:sp>
      <p:sp>
        <p:nvSpPr>
          <p:cNvPr id="36" name="Person Aufgaben 1"/>
          <p:cNvSpPr txBox="1"/>
          <p:nvPr/>
        </p:nvSpPr>
        <p:spPr>
          <a:xfrm>
            <a:off x="9052560" y="28346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chemeClr val="tx1"/>
                </a:solidFill>
              </a:rPr>
              <a:t>Datenstruktur</a:t>
            </a:r>
            <a:r>
              <a:rPr lang="en-US" sz="1400" dirty="0">
                <a:solidFill>
                  <a:schemeClr val="tx1"/>
                </a:solidFill>
              </a:rPr>
              <a:t>, Python-Skript &amp; CSV-Export, </a:t>
            </a:r>
            <a:r>
              <a:rPr lang="en-US" sz="1400" dirty="0" err="1">
                <a:solidFill>
                  <a:schemeClr val="tx1"/>
                </a:solidFill>
              </a:rPr>
              <a:t>Präsentation</a:t>
            </a:r>
            <a:endParaRPr lang="en-US" sz="1400" dirty="0"/>
          </a:p>
        </p:txBody>
      </p:sp>
      <p:sp>
        <p:nvSpPr>
          <p:cNvPr id="37" name="Personenkarte 2"/>
          <p:cNvSpPr/>
          <p:nvPr/>
        </p:nvSpPr>
        <p:spPr>
          <a:xfrm>
            <a:off x="7863840" y="3931920"/>
            <a:ext cx="3776472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8" name="Person Symbol 2"/>
          <p:cNvSpPr/>
          <p:nvPr/>
        </p:nvSpPr>
        <p:spPr>
          <a:xfrm>
            <a:off x="8092440" y="43434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9" name="Person Symbol 2 Icon" descr="Person Symbol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526280"/>
            <a:ext cx="365760" cy="365760"/>
          </a:xfrm>
          <a:prstGeom prst="rect">
            <a:avLst/>
          </a:prstGeom>
        </p:spPr>
      </p:pic>
      <p:sp>
        <p:nvSpPr>
          <p:cNvPr id="40" name="Person Name 2"/>
          <p:cNvSpPr txBox="1"/>
          <p:nvPr/>
        </p:nvSpPr>
        <p:spPr>
          <a:xfrm>
            <a:off x="905256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Anastasia</a:t>
            </a:r>
            <a:endParaRPr lang="en-US" sz="1800" dirty="0"/>
          </a:p>
        </p:txBody>
      </p:sp>
      <p:sp>
        <p:nvSpPr>
          <p:cNvPr id="41" name="Person Aufgaben 2"/>
          <p:cNvSpPr txBox="1"/>
          <p:nvPr/>
        </p:nvSpPr>
        <p:spPr>
          <a:xfrm>
            <a:off x="9052560" y="4572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/>
              <a:t>Datenstruktur</a:t>
            </a:r>
            <a:r>
              <a:rPr lang="en-US" sz="1400" dirty="0"/>
              <a:t>, </a:t>
            </a:r>
            <a:r>
              <a:rPr lang="en-US" sz="1400" dirty="0" err="1"/>
              <a:t>Datencheck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Präsentation</a:t>
            </a:r>
            <a:endParaRPr lang="en-US" sz="1400" dirty="0"/>
          </a:p>
        </p:txBody>
      </p:sp>
      <p:sp>
        <p:nvSpPr>
          <p:cNvPr id="42" name="Board Hinweis"/>
          <p:cNvSpPr txBox="1"/>
          <p:nvPr/>
        </p:nvSpPr>
        <p:spPr>
          <a:xfrm>
            <a:off x="7863840" y="571500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Board: Jira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  <a:hlinkClick r:id="rId4"/>
              </a:rPr>
              <a:t>https://michajlo-solod.atlassian.net/jira/software/projects/KAN/boards/1?filter=&amp;groupBy=none</a:t>
            </a:r>
            <a:r>
              <a:rPr lang="en-US" sz="900" dirty="0">
                <a:solidFill>
                  <a:schemeClr val="accent4"/>
                </a:solidFill>
              </a:rPr>
              <a:t> </a:t>
            </a:r>
            <a:endParaRPr lang="en-US" sz="9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1BFFE-9099-5162-48CE-6423106C3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7D89E5F-CBC5-87BC-8EC1-936346F7592F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0" dirty="0">
                <a:solidFill>
                  <a:schemeClr val="tx2"/>
                </a:solidFill>
                <a:latin typeface="Abadi" panose="020B0604020104020204" pitchFamily="34" charset="0"/>
              </a:rPr>
              <a:t>Datengenerierung mit Python</a:t>
            </a:r>
            <a:endParaRPr lang="en-US" sz="3400" b="0" dirty="0">
              <a:latin typeface="Abadi" panose="020B0604020104020204" pitchFamily="34" charset="0"/>
            </a:endParaRPr>
          </a:p>
        </p:txBody>
      </p:sp>
      <p:sp>
        <p:nvSpPr>
          <p:cNvPr id="4" name="Label Datenstruktur">
            <a:extLst>
              <a:ext uri="{FF2B5EF4-FFF2-40B4-BE49-F238E27FC236}">
                <a16:creationId xmlns:a16="http://schemas.microsoft.com/office/drawing/2014/main" id="{1ED81521-2625-747B-3DBB-BA61B2D1CB94}"/>
              </a:ext>
            </a:extLst>
          </p:cNvPr>
          <p:cNvSpPr txBox="1"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 err="1">
                <a:solidFill>
                  <a:schemeClr val="tx2"/>
                </a:solidFill>
              </a:rPr>
              <a:t>Datenstruktur</a:t>
            </a:r>
            <a:r>
              <a:rPr lang="en-US" sz="1800" b="1" dirty="0">
                <a:solidFill>
                  <a:schemeClr val="tx2"/>
                </a:solidFill>
              </a:rPr>
              <a:t> </a:t>
            </a:r>
            <a:endParaRPr lang="en-US" sz="1800" dirty="0"/>
          </a:p>
        </p:txBody>
      </p:sp>
      <p:graphicFrame>
        <p:nvGraphicFramePr>
          <p:cNvPr id="6" name="Tabelle Datenstruktur">
            <a:extLst>
              <a:ext uri="{FF2B5EF4-FFF2-40B4-BE49-F238E27FC236}">
                <a16:creationId xmlns:a16="http://schemas.microsoft.com/office/drawing/2014/main" id="{B83F2CCE-7420-91B4-D76E-162E28913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568539"/>
              </p:ext>
            </p:extLst>
          </p:nvPr>
        </p:nvGraphicFramePr>
        <p:xfrm>
          <a:off x="548640" y="2232612"/>
          <a:ext cx="3947161" cy="2788920"/>
        </p:xfrm>
        <a:graphic>
          <a:graphicData uri="http://schemas.openxmlformats.org/drawingml/2006/table">
            <a:tbl>
              <a:tblPr/>
              <a:tblGrid>
                <a:gridCol w="130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1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7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</a:rPr>
                        <a:t>Sportarten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</a:rPr>
                        <a:t>Einzelpreis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 err="1">
                          <a:solidFill>
                            <a:schemeClr val="bg1"/>
                          </a:solidFill>
                        </a:rPr>
                        <a:t>Mitglied_Rabatt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de-DE" sz="1400" u="none" strike="noStrike" dirty="0">
                          <a:effectLst/>
                        </a:rPr>
                        <a:t>Badminton</a:t>
                      </a:r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u="none" strike="noStrike" dirty="0">
                          <a:effectLst/>
                        </a:rPr>
                        <a:t>Basketball</a:t>
                      </a:r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u="none" strike="noStrike" dirty="0">
                          <a:effectLst/>
                        </a:rPr>
                        <a:t>Bogensport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u="none" strike="noStrike" dirty="0">
                          <a:effectLst/>
                        </a:rPr>
                        <a:t>Cheerleading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de-DE" sz="1400" u="none" strike="noStrike" dirty="0">
                          <a:effectLst/>
                        </a:rPr>
                        <a:t>Fechten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90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ode Hintergrund">
            <a:extLst>
              <a:ext uri="{FF2B5EF4-FFF2-40B4-BE49-F238E27FC236}">
                <a16:creationId xmlns:a16="http://schemas.microsoft.com/office/drawing/2014/main" id="{03DCA521-BEA5-4057-E278-EBA6536F70BE}"/>
              </a:ext>
            </a:extLst>
          </p:cNvPr>
          <p:cNvSpPr/>
          <p:nvPr/>
        </p:nvSpPr>
        <p:spPr>
          <a:xfrm>
            <a:off x="4736324" y="2226165"/>
            <a:ext cx="6880811" cy="1119373"/>
          </a:xfrm>
          <a:prstGeom prst="roundRect">
            <a:avLst>
              <a:gd name="adj" fmla="val 3333"/>
            </a:avLst>
          </a:prstGeom>
          <a:solidFill>
            <a:schemeClr val="bg1">
              <a:lumMod val="65000"/>
            </a:schemeClr>
          </a:solidFill>
          <a:ln/>
        </p:spPr>
        <p:txBody>
          <a:bodyPr/>
          <a:lstStyle/>
          <a:p>
            <a:r>
              <a:rPr lang="de-DE" sz="1400" dirty="0">
                <a:solidFill>
                  <a:schemeClr val="bg1"/>
                </a:solidFill>
              </a:rPr>
              <a:t>Parameter:</a:t>
            </a:r>
          </a:p>
          <a:p>
            <a:endParaRPr lang="de-DE" sz="1400" dirty="0">
              <a:solidFill>
                <a:schemeClr val="bg1"/>
              </a:solidFill>
            </a:endParaRPr>
          </a:p>
          <a:p>
            <a:r>
              <a:rPr lang="de-DE" sz="1400" dirty="0">
                <a:solidFill>
                  <a:schemeClr val="bg1"/>
                </a:solidFill>
              </a:rPr>
              <a:t>Datum, </a:t>
            </a:r>
            <a:r>
              <a:rPr lang="de-DE" sz="1400" dirty="0" err="1">
                <a:solidFill>
                  <a:schemeClr val="bg1"/>
                </a:solidFill>
              </a:rPr>
              <a:t>BuchungsID</a:t>
            </a:r>
            <a:r>
              <a:rPr lang="de-DE" sz="1400" dirty="0">
                <a:solidFill>
                  <a:schemeClr val="bg1"/>
                </a:solidFill>
              </a:rPr>
              <a:t>, Sportarten, Alter, Einzelpreis, Gesamtpreis, Ermäßigung, </a:t>
            </a:r>
            <a:r>
              <a:rPr lang="de-DE" sz="1400" dirty="0" err="1">
                <a:solidFill>
                  <a:schemeClr val="bg1"/>
                </a:solidFill>
              </a:rPr>
              <a:t>MitgliedsNr</a:t>
            </a:r>
            <a:r>
              <a:rPr lang="de-DE" sz="1400" dirty="0">
                <a:solidFill>
                  <a:schemeClr val="bg1"/>
                </a:solidFill>
              </a:rPr>
              <a:t>.  </a:t>
            </a:r>
          </a:p>
        </p:txBody>
      </p:sp>
      <p:sp>
        <p:nvSpPr>
          <p:cNvPr id="9" name="Hinweis Hintergrund">
            <a:extLst>
              <a:ext uri="{FF2B5EF4-FFF2-40B4-BE49-F238E27FC236}">
                <a16:creationId xmlns:a16="http://schemas.microsoft.com/office/drawing/2014/main" id="{19CF0676-7824-405D-BF47-EAB06D0CFD34}"/>
              </a:ext>
            </a:extLst>
          </p:cNvPr>
          <p:cNvSpPr/>
          <p:nvPr/>
        </p:nvSpPr>
        <p:spPr>
          <a:xfrm>
            <a:off x="548640" y="5532120"/>
            <a:ext cx="11094415" cy="548640"/>
          </a:xfrm>
          <a:prstGeom prst="roundRect">
            <a:avLst>
              <a:gd name="adj" fmla="val 20000"/>
            </a:avLst>
          </a:prstGeom>
          <a:solidFill>
            <a:schemeClr val="accent2">
              <a:alpha val="3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Hinweis Text">
            <a:extLst>
              <a:ext uri="{FF2B5EF4-FFF2-40B4-BE49-F238E27FC236}">
                <a16:creationId xmlns:a16="http://schemas.microsoft.com/office/drawing/2014/main" id="{15A05D1B-AD8A-C646-6891-36438AC7D4A3}"/>
              </a:ext>
            </a:extLst>
          </p:cNvPr>
          <p:cNvSpPr txBox="1"/>
          <p:nvPr/>
        </p:nvSpPr>
        <p:spPr>
          <a:xfrm>
            <a:off x="777240" y="55321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Link </a:t>
            </a:r>
            <a:r>
              <a:rPr lang="en-US" sz="1600" b="1" dirty="0" err="1">
                <a:solidFill>
                  <a:schemeClr val="tx1"/>
                </a:solidFill>
              </a:rPr>
              <a:t>Github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  <a:r>
              <a:rPr lang="de-DE" sz="1600" dirty="0" err="1">
                <a:hlinkClick r:id="rId3"/>
              </a:rPr>
              <a:t>MychajloBear</a:t>
            </a:r>
            <a:r>
              <a:rPr lang="de-DE" sz="1600" dirty="0">
                <a:hlinkClick r:id="rId3"/>
              </a:rPr>
              <a:t>/</a:t>
            </a:r>
            <a:r>
              <a:rPr lang="de-DE" sz="1600" dirty="0" err="1">
                <a:hlinkClick r:id="rId3"/>
              </a:rPr>
              <a:t>sportproject</a:t>
            </a:r>
            <a:r>
              <a:rPr lang="de-DE" sz="1600" dirty="0">
                <a:hlinkClick r:id="rId3"/>
              </a:rPr>
              <a:t> · GitHub</a:t>
            </a:r>
            <a:endParaRPr lang="en-US" sz="1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FF88D16-1B0F-F8B7-F4C9-7C8D5B79E3B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56B5B993-E8FE-3442-C93F-7C505A86C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104542"/>
              </p:ext>
            </p:extLst>
          </p:nvPr>
        </p:nvGraphicFramePr>
        <p:xfrm>
          <a:off x="4713149" y="3651463"/>
          <a:ext cx="6927163" cy="137007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755940">
                  <a:extLst>
                    <a:ext uri="{9D8B030D-6E8A-4147-A177-3AD203B41FA5}">
                      <a16:colId xmlns:a16="http://schemas.microsoft.com/office/drawing/2014/main" val="3488620031"/>
                    </a:ext>
                  </a:extLst>
                </a:gridCol>
                <a:gridCol w="962106">
                  <a:extLst>
                    <a:ext uri="{9D8B030D-6E8A-4147-A177-3AD203B41FA5}">
                      <a16:colId xmlns:a16="http://schemas.microsoft.com/office/drawing/2014/main" val="1123311250"/>
                    </a:ext>
                  </a:extLst>
                </a:gridCol>
                <a:gridCol w="879640">
                  <a:extLst>
                    <a:ext uri="{9D8B030D-6E8A-4147-A177-3AD203B41FA5}">
                      <a16:colId xmlns:a16="http://schemas.microsoft.com/office/drawing/2014/main" val="1729075224"/>
                    </a:ext>
                  </a:extLst>
                </a:gridCol>
                <a:gridCol w="522286">
                  <a:extLst>
                    <a:ext uri="{9D8B030D-6E8A-4147-A177-3AD203B41FA5}">
                      <a16:colId xmlns:a16="http://schemas.microsoft.com/office/drawing/2014/main" val="2309951465"/>
                    </a:ext>
                  </a:extLst>
                </a:gridCol>
                <a:gridCol w="907129">
                  <a:extLst>
                    <a:ext uri="{9D8B030D-6E8A-4147-A177-3AD203B41FA5}">
                      <a16:colId xmlns:a16="http://schemas.microsoft.com/office/drawing/2014/main" val="2293364952"/>
                    </a:ext>
                  </a:extLst>
                </a:gridCol>
                <a:gridCol w="1017083">
                  <a:extLst>
                    <a:ext uri="{9D8B030D-6E8A-4147-A177-3AD203B41FA5}">
                      <a16:colId xmlns:a16="http://schemas.microsoft.com/office/drawing/2014/main" val="4000816943"/>
                    </a:ext>
                  </a:extLst>
                </a:gridCol>
                <a:gridCol w="948362">
                  <a:extLst>
                    <a:ext uri="{9D8B030D-6E8A-4147-A177-3AD203B41FA5}">
                      <a16:colId xmlns:a16="http://schemas.microsoft.com/office/drawing/2014/main" val="1360409347"/>
                    </a:ext>
                  </a:extLst>
                </a:gridCol>
                <a:gridCol w="934617">
                  <a:extLst>
                    <a:ext uri="{9D8B030D-6E8A-4147-A177-3AD203B41FA5}">
                      <a16:colId xmlns:a16="http://schemas.microsoft.com/office/drawing/2014/main" val="537737810"/>
                    </a:ext>
                  </a:extLst>
                </a:gridCol>
              </a:tblGrid>
              <a:tr h="2740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Datum</a:t>
                      </a:r>
                      <a:endParaRPr lang="de-DE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BuchungsID</a:t>
                      </a:r>
                      <a:endParaRPr lang="de-DE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Sportart</a:t>
                      </a:r>
                      <a:endParaRPr lang="de-DE" sz="1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Alter</a:t>
                      </a:r>
                      <a:endParaRPr lang="de-DE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Einzelpreis</a:t>
                      </a:r>
                      <a:endParaRPr lang="de-DE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Gesamtpreis</a:t>
                      </a:r>
                      <a:endParaRPr lang="de-DE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Ermäßigung</a:t>
                      </a:r>
                      <a:endParaRPr lang="de-DE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MitgliedsNr</a:t>
                      </a:r>
                      <a:endParaRPr lang="de-DE" sz="11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97489291"/>
                  </a:ext>
                </a:extLst>
              </a:tr>
              <a:tr h="27401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25.04.2026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B0002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Karate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9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90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60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30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M1027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151333276"/>
                  </a:ext>
                </a:extLst>
              </a:tr>
              <a:tr h="27401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05.08.2026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B0003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Turnen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7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80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50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30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M1008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357907213"/>
                  </a:ext>
                </a:extLst>
              </a:tr>
              <a:tr h="27401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03.08.2026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B0006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Yoga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14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100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70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30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M1115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536029058"/>
                  </a:ext>
                </a:extLst>
              </a:tr>
              <a:tr h="27401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24.06.2026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B0008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Groupfitness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12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70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30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>
                          <a:effectLst/>
                        </a:rPr>
                        <a:t>40</a:t>
                      </a:r>
                      <a:endParaRPr lang="de-DE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de-DE" sz="1100" u="none" strike="noStrike" dirty="0">
                          <a:effectLst/>
                        </a:rPr>
                        <a:t>M1040</a:t>
                      </a:r>
                      <a:endParaRPr lang="de-DE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738308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587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0" dirty="0">
                <a:solidFill>
                  <a:schemeClr val="tx2"/>
                </a:solidFill>
                <a:latin typeface="Abadi" panose="020B0604020104020204" pitchFamily="34" charset="0"/>
              </a:rPr>
              <a:t>Von den Rohdaten zum Dashboard</a:t>
            </a:r>
            <a:endParaRPr lang="en-US" sz="3400" b="0" dirty="0">
              <a:latin typeface="Abadi" panose="020B0604020104020204" pitchFamily="34" charset="0"/>
            </a:endParaRPr>
          </a:p>
        </p:txBody>
      </p:sp>
      <p:sp>
        <p:nvSpPr>
          <p:cNvPr id="4" name="Schritt Symbol 1"/>
          <p:cNvSpPr/>
          <p:nvPr/>
        </p:nvSpPr>
        <p:spPr>
          <a:xfrm>
            <a:off x="960120" y="18288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Schritt Symbol 1 Icon" descr="Schritt Symbol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103120"/>
            <a:ext cx="548640" cy="548640"/>
          </a:xfrm>
          <a:prstGeom prst="rect">
            <a:avLst/>
          </a:prstGeom>
        </p:spPr>
      </p:pic>
      <p:sp>
        <p:nvSpPr>
          <p:cNvPr id="6" name="Schritt Titel 1"/>
          <p:cNvSpPr txBox="1"/>
          <p:nvPr/>
        </p:nvSpPr>
        <p:spPr>
          <a:xfrm>
            <a:off x="548640" y="3108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Zufallsdaten</a:t>
            </a:r>
            <a:endParaRPr lang="en-US" sz="1800" dirty="0"/>
          </a:p>
        </p:txBody>
      </p:sp>
      <p:sp>
        <p:nvSpPr>
          <p:cNvPr id="7" name="Schritt Text 1"/>
          <p:cNvSpPr txBox="1"/>
          <p:nvPr/>
        </p:nvSpPr>
        <p:spPr>
          <a:xfrm>
            <a:off x="548640" y="3611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de-DE" sz="1400" dirty="0"/>
              <a:t>Python (</a:t>
            </a:r>
            <a:r>
              <a:rPr lang="de-DE" sz="1400" dirty="0" err="1"/>
              <a:t>random</a:t>
            </a:r>
            <a:r>
              <a:rPr lang="de-DE" sz="1400" dirty="0"/>
              <a:t>) erzeugt 400 Buchungen: Datum, Sportart, Alter, Preis, Mitgliedsstatus</a:t>
            </a:r>
            <a:endParaRPr lang="en-US" sz="1400" dirty="0"/>
          </a:p>
        </p:txBody>
      </p:sp>
      <p:sp>
        <p:nvSpPr>
          <p:cNvPr id="8" name="Pfeil 1"/>
          <p:cNvSpPr/>
          <p:nvPr/>
        </p:nvSpPr>
        <p:spPr>
          <a:xfrm>
            <a:off x="2240280" y="2377440"/>
            <a:ext cx="86868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9" name="Schritt Symbol 2"/>
          <p:cNvSpPr/>
          <p:nvPr/>
        </p:nvSpPr>
        <p:spPr>
          <a:xfrm>
            <a:off x="3246120" y="18288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0" name="Schritt Symbol 2 Icon" descr="Schritt Symbol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103120"/>
            <a:ext cx="548640" cy="548640"/>
          </a:xfrm>
          <a:prstGeom prst="rect">
            <a:avLst/>
          </a:prstGeom>
        </p:spPr>
      </p:pic>
      <p:sp>
        <p:nvSpPr>
          <p:cNvPr id="11" name="Schritt Titel 2"/>
          <p:cNvSpPr txBox="1"/>
          <p:nvPr/>
        </p:nvSpPr>
        <p:spPr>
          <a:xfrm>
            <a:off x="2834640" y="3108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Dictionary</a:t>
            </a:r>
            <a:endParaRPr lang="en-US" sz="1800" dirty="0"/>
          </a:p>
        </p:txBody>
      </p:sp>
      <p:sp>
        <p:nvSpPr>
          <p:cNvPr id="12" name="Schritt Text 2"/>
          <p:cNvSpPr txBox="1"/>
          <p:nvPr/>
        </p:nvSpPr>
        <p:spPr>
          <a:xfrm>
            <a:off x="2834640" y="3611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Jeder Datensatz als Dictionary in einer Liste</a:t>
            </a:r>
            <a:endParaRPr lang="en-US" sz="1400" dirty="0"/>
          </a:p>
        </p:txBody>
      </p:sp>
      <p:sp>
        <p:nvSpPr>
          <p:cNvPr id="13" name="Pfeil 2"/>
          <p:cNvSpPr/>
          <p:nvPr/>
        </p:nvSpPr>
        <p:spPr>
          <a:xfrm>
            <a:off x="4526280" y="2377440"/>
            <a:ext cx="86868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4" name="Schritt Symbol 3"/>
          <p:cNvSpPr/>
          <p:nvPr/>
        </p:nvSpPr>
        <p:spPr>
          <a:xfrm>
            <a:off x="5532120" y="18288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5" name="Schritt Symbol 3 Icon" descr="Schritt Symbol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103120"/>
            <a:ext cx="548640" cy="548640"/>
          </a:xfrm>
          <a:prstGeom prst="rect">
            <a:avLst/>
          </a:prstGeom>
        </p:spPr>
      </p:pic>
      <p:sp>
        <p:nvSpPr>
          <p:cNvPr id="16" name="Schritt Titel 3"/>
          <p:cNvSpPr txBox="1"/>
          <p:nvPr/>
        </p:nvSpPr>
        <p:spPr>
          <a:xfrm>
            <a:off x="5120640" y="3108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CSV-Export</a:t>
            </a:r>
            <a:endParaRPr lang="en-US" sz="1800" dirty="0"/>
          </a:p>
        </p:txBody>
      </p:sp>
      <p:sp>
        <p:nvSpPr>
          <p:cNvPr id="17" name="Schritt Text 3"/>
          <p:cNvSpPr txBox="1"/>
          <p:nvPr/>
        </p:nvSpPr>
        <p:spPr>
          <a:xfrm>
            <a:off x="5120640" y="3611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Das csv-Modul schreibt die Rohdaten</a:t>
            </a:r>
            <a:endParaRPr lang="en-US" sz="1400" dirty="0"/>
          </a:p>
        </p:txBody>
      </p:sp>
      <p:sp>
        <p:nvSpPr>
          <p:cNvPr id="18" name="Pfeil 3"/>
          <p:cNvSpPr/>
          <p:nvPr/>
        </p:nvSpPr>
        <p:spPr>
          <a:xfrm>
            <a:off x="6812280" y="2377440"/>
            <a:ext cx="86868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19" name="Schritt Symbol 4"/>
          <p:cNvSpPr/>
          <p:nvPr/>
        </p:nvSpPr>
        <p:spPr>
          <a:xfrm>
            <a:off x="7818120" y="18288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0" name="Schritt Symbol 4 Icon" descr="Schritt Symbol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2103120"/>
            <a:ext cx="548640" cy="548640"/>
          </a:xfrm>
          <a:prstGeom prst="rect">
            <a:avLst/>
          </a:prstGeom>
        </p:spPr>
      </p:pic>
      <p:sp>
        <p:nvSpPr>
          <p:cNvPr id="21" name="Schritt Titel 4"/>
          <p:cNvSpPr txBox="1"/>
          <p:nvPr/>
        </p:nvSpPr>
        <p:spPr>
          <a:xfrm>
            <a:off x="7406640" y="3108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PowerQuery</a:t>
            </a:r>
            <a:endParaRPr lang="en-US" sz="1800" dirty="0"/>
          </a:p>
        </p:txBody>
      </p:sp>
      <p:sp>
        <p:nvSpPr>
          <p:cNvPr id="22" name="Schritt Text 4"/>
          <p:cNvSpPr txBox="1"/>
          <p:nvPr/>
        </p:nvSpPr>
        <p:spPr>
          <a:xfrm>
            <a:off x="7406640" y="3611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 err="1">
                <a:solidFill>
                  <a:schemeClr val="tx1"/>
                </a:solidFill>
              </a:rPr>
              <a:t>Bereinigen</a:t>
            </a:r>
            <a:r>
              <a:rPr lang="en-US" sz="1400" dirty="0">
                <a:solidFill>
                  <a:schemeClr val="tx1"/>
                </a:solidFill>
              </a:rPr>
              <a:t>, </a:t>
            </a:r>
            <a:r>
              <a:rPr lang="en-US" sz="1400" dirty="0" err="1">
                <a:solidFill>
                  <a:schemeClr val="tx1"/>
                </a:solidFill>
              </a:rPr>
              <a:t>Datentypen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anpassen</a:t>
            </a:r>
            <a:r>
              <a:rPr lang="en-US" sz="1400" dirty="0">
                <a:solidFill>
                  <a:schemeClr val="tx1"/>
                </a:solidFill>
              </a:rPr>
              <a:t> und </a:t>
            </a:r>
            <a:r>
              <a:rPr lang="en-US" sz="1400" dirty="0" err="1">
                <a:solidFill>
                  <a:schemeClr val="tx1"/>
                </a:solidFill>
              </a:rPr>
              <a:t>neue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Abfragen</a:t>
            </a:r>
            <a:r>
              <a:rPr lang="en-US" sz="1400" dirty="0">
                <a:solidFill>
                  <a:schemeClr val="tx1"/>
                </a:solidFill>
              </a:rPr>
              <a:t> ableiten</a:t>
            </a:r>
            <a:endParaRPr lang="en-US" sz="1400" dirty="0"/>
          </a:p>
        </p:txBody>
      </p:sp>
      <p:sp>
        <p:nvSpPr>
          <p:cNvPr id="23" name="Pfeil 4"/>
          <p:cNvSpPr/>
          <p:nvPr/>
        </p:nvSpPr>
        <p:spPr>
          <a:xfrm>
            <a:off x="9098280" y="2377440"/>
            <a:ext cx="868680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4" name="Schritt Symbol 5"/>
          <p:cNvSpPr/>
          <p:nvPr/>
        </p:nvSpPr>
        <p:spPr>
          <a:xfrm>
            <a:off x="10104120" y="182880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25" name="Schritt Symbol 5 Icon" descr="Schritt Symbol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78440" y="2103120"/>
            <a:ext cx="548640" cy="548640"/>
          </a:xfrm>
          <a:prstGeom prst="rect">
            <a:avLst/>
          </a:prstGeom>
        </p:spPr>
      </p:pic>
      <p:sp>
        <p:nvSpPr>
          <p:cNvPr id="26" name="Schritt Titel 5"/>
          <p:cNvSpPr txBox="1"/>
          <p:nvPr/>
        </p:nvSpPr>
        <p:spPr>
          <a:xfrm>
            <a:off x="9692640" y="3108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Excel-Dashboard</a:t>
            </a:r>
            <a:endParaRPr lang="en-US" sz="1800" dirty="0"/>
          </a:p>
        </p:txBody>
      </p:sp>
      <p:sp>
        <p:nvSpPr>
          <p:cNvPr id="27" name="Schritt Text 5"/>
          <p:cNvSpPr txBox="1"/>
          <p:nvPr/>
        </p:nvSpPr>
        <p:spPr>
          <a:xfrm>
            <a:off x="9692640" y="3611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Pivot-</a:t>
            </a:r>
            <a:r>
              <a:rPr lang="en-US" sz="1400" dirty="0" err="1">
                <a:solidFill>
                  <a:schemeClr val="tx1"/>
                </a:solidFill>
              </a:rPr>
              <a:t>Tabellen</a:t>
            </a:r>
            <a:r>
              <a:rPr lang="en-US" sz="1400" dirty="0">
                <a:solidFill>
                  <a:schemeClr val="tx1"/>
                </a:solidFill>
              </a:rPr>
              <a:t>, Pivot Charts und </a:t>
            </a:r>
            <a:r>
              <a:rPr lang="en-US" sz="1400" dirty="0" err="1">
                <a:solidFill>
                  <a:schemeClr val="tx1"/>
                </a:solidFill>
              </a:rPr>
              <a:t>Datenschnitte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erstellen</a:t>
            </a:r>
            <a:endParaRPr lang="en-US" sz="1400" dirty="0"/>
          </a:p>
        </p:txBody>
      </p:sp>
      <p:sp>
        <p:nvSpPr>
          <p:cNvPr id="28" name="Logik Hintergrund"/>
          <p:cNvSpPr/>
          <p:nvPr/>
        </p:nvSpPr>
        <p:spPr>
          <a:xfrm>
            <a:off x="548640" y="4892040"/>
            <a:ext cx="11094415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9" name="Logik Symbol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30" name="Logik Symbol Icon" descr="Logik Symbo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31" name="Logik Text"/>
          <p:cNvSpPr txBox="1"/>
          <p:nvPr/>
        </p:nvSpPr>
        <p:spPr>
          <a:xfrm>
            <a:off x="1737360" y="4892040"/>
            <a:ext cx="100657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Unsere Logik: </a:t>
            </a:r>
            <a:r>
              <a:rPr lang="en-US" sz="1600" dirty="0" err="1">
                <a:solidFill>
                  <a:schemeClr val="tx1"/>
                </a:solidFill>
              </a:rPr>
              <a:t>Mitglieder</a:t>
            </a:r>
            <a:r>
              <a:rPr lang="en-US" sz="1600" dirty="0">
                <a:solidFill>
                  <a:schemeClr val="tx1"/>
                </a:solidFill>
              </a:rPr>
              <a:t> des </a:t>
            </a:r>
            <a:r>
              <a:rPr lang="en-US" sz="1600" dirty="0" err="1">
                <a:solidFill>
                  <a:schemeClr val="tx1"/>
                </a:solidFill>
              </a:rPr>
              <a:t>Sportvereins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bekommen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eine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Ermäßigung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beim</a:t>
            </a:r>
            <a:r>
              <a:rPr lang="en-US" sz="1600" dirty="0">
                <a:solidFill>
                  <a:schemeClr val="tx1"/>
                </a:solidFill>
              </a:rPr>
              <a:t> Buchen der </a:t>
            </a:r>
            <a:r>
              <a:rPr lang="en-US" sz="1600" dirty="0" err="1">
                <a:solidFill>
                  <a:schemeClr val="tx1"/>
                </a:solidFill>
              </a:rPr>
              <a:t>kostenpflichtigen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Sportangebote</a:t>
            </a:r>
            <a:endParaRPr lang="en-US" sz="16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Hinweis Hintergrund">
            <a:hlinkClick r:id="rId3"/>
            <a:extLst>
              <a:ext uri="{FF2B5EF4-FFF2-40B4-BE49-F238E27FC236}">
                <a16:creationId xmlns:a16="http://schemas.microsoft.com/office/drawing/2014/main" id="{1FEC155B-DB4C-0566-F4A0-CF3CD0B77B05}"/>
              </a:ext>
            </a:extLst>
          </p:cNvPr>
          <p:cNvSpPr/>
          <p:nvPr/>
        </p:nvSpPr>
        <p:spPr>
          <a:xfrm>
            <a:off x="9411680" y="1215029"/>
            <a:ext cx="1940596" cy="548640"/>
          </a:xfrm>
          <a:prstGeom prst="roundRect">
            <a:avLst>
              <a:gd name="adj" fmla="val 20000"/>
            </a:avLst>
          </a:prstGeom>
          <a:solidFill>
            <a:schemeClr val="accent2">
              <a:alpha val="30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0" dirty="0">
                <a:solidFill>
                  <a:schemeClr val="tx2"/>
                </a:solidFill>
                <a:latin typeface="Abadi" panose="020B0604020104020204" pitchFamily="34" charset="0"/>
              </a:rPr>
              <a:t>Unser Excel-Dashboard</a:t>
            </a:r>
            <a:endParaRPr lang="en-US" sz="3400" b="0" dirty="0">
              <a:latin typeface="Abadi" panose="020B0604020104020204" pitchFamily="34" charset="0"/>
            </a:endParaRPr>
          </a:p>
        </p:txBody>
      </p:sp>
      <p:pic>
        <p:nvPicPr>
          <p:cNvPr id="6" name="Screenshot Symbol Icon" descr="Screenshot Symbo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780" y="2994660"/>
            <a:ext cx="502920" cy="502920"/>
          </a:xfrm>
          <a:prstGeom prst="rect">
            <a:avLst/>
          </a:prstGeom>
        </p:spPr>
      </p:pic>
      <p:sp>
        <p:nvSpPr>
          <p:cNvPr id="9" name="Überschrift Dashboard"/>
          <p:cNvSpPr txBox="1"/>
          <p:nvPr/>
        </p:nvSpPr>
        <p:spPr>
          <a:xfrm>
            <a:off x="9634952" y="1340035"/>
            <a:ext cx="15158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hlinkClick r:id="rId3"/>
              </a:rPr>
              <a:t>Dashboard</a:t>
            </a:r>
            <a:endParaRPr lang="en-US" sz="1800" dirty="0"/>
          </a:p>
        </p:txBody>
      </p:sp>
      <p:pic>
        <p:nvPicPr>
          <p:cNvPr id="11" name="Dashboard Symbol 1 Icon" descr="Dashboard Symbol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560320"/>
            <a:ext cx="365760" cy="365760"/>
          </a:xfrm>
          <a:prstGeom prst="rect">
            <a:avLst/>
          </a:prstGeom>
        </p:spPr>
      </p:pic>
      <p:pic>
        <p:nvPicPr>
          <p:cNvPr id="14" name="Dashboard Symbol 2 Icon" descr="Dashboard Symbol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3840480"/>
            <a:ext cx="365760" cy="365760"/>
          </a:xfrm>
          <a:prstGeom prst="rect">
            <a:avLst/>
          </a:prstGeom>
        </p:spPr>
      </p:pic>
      <p:pic>
        <p:nvPicPr>
          <p:cNvPr id="17" name="Dashboard Symbol 3 Icon" descr="Dashboard Symbol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5120640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5E69F0B0-9806-4BCE-BFAD-AD5465FAA5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5244786"/>
              </p:ext>
            </p:extLst>
          </p:nvPr>
        </p:nvGraphicFramePr>
        <p:xfrm>
          <a:off x="1243484" y="1847431"/>
          <a:ext cx="8969728" cy="439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0" dirty="0">
                <a:solidFill>
                  <a:schemeClr val="tx2"/>
                </a:solidFill>
                <a:latin typeface="Abadi" panose="020B0604020104020204" pitchFamily="34" charset="0"/>
              </a:rPr>
              <a:t>Erkenntnisse aus der Analyse</a:t>
            </a:r>
            <a:endParaRPr lang="en-US" sz="3400" b="0" dirty="0">
              <a:latin typeface="Abadi" panose="020B0604020104020204" pitchFamily="34" charset="0"/>
            </a:endParaRPr>
          </a:p>
        </p:txBody>
      </p:sp>
      <p:sp>
        <p:nvSpPr>
          <p:cNvPr id="4" name="Kennzahl Karte 1"/>
          <p:cNvSpPr/>
          <p:nvPr/>
        </p:nvSpPr>
        <p:spPr>
          <a:xfrm>
            <a:off x="548640" y="1600200"/>
            <a:ext cx="38404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Kennzahl Wert 1"/>
          <p:cNvSpPr txBox="1"/>
          <p:nvPr/>
        </p:nvSpPr>
        <p:spPr>
          <a:xfrm>
            <a:off x="681197" y="1691640"/>
            <a:ext cx="36391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chemeClr val="accent1"/>
                </a:solidFill>
              </a:rPr>
              <a:t>Umsatz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nach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Sportarten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über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Monate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verteilt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sich</a:t>
            </a:r>
            <a:r>
              <a:rPr lang="en-US" b="1" dirty="0">
                <a:solidFill>
                  <a:schemeClr val="accent1"/>
                </a:solidFill>
              </a:rPr>
              <a:t> relative </a:t>
            </a:r>
            <a:r>
              <a:rPr lang="en-US" b="1" dirty="0" err="1">
                <a:solidFill>
                  <a:schemeClr val="accent1"/>
                </a:solidFill>
              </a:rPr>
              <a:t>gleichmäßig</a:t>
            </a:r>
            <a:endParaRPr lang="en-US" dirty="0"/>
          </a:p>
        </p:txBody>
      </p:sp>
      <p:sp>
        <p:nvSpPr>
          <p:cNvPr id="6" name="Kennzahl Label 1"/>
          <p:cNvSpPr txBox="1"/>
          <p:nvPr/>
        </p:nvSpPr>
        <p:spPr>
          <a:xfrm>
            <a:off x="712493" y="2468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/>
              <a:t>Umsatzstärkster</a:t>
            </a:r>
            <a:r>
              <a:rPr lang="en-US" sz="1400" dirty="0"/>
              <a:t> Monat: August,</a:t>
            </a:r>
          </a:p>
          <a:p>
            <a:pPr marL="0" indent="0">
              <a:buNone/>
            </a:pPr>
            <a:r>
              <a:rPr lang="en-US" sz="1400" dirty="0" err="1"/>
              <a:t>Umsatzschwächster</a:t>
            </a:r>
            <a:r>
              <a:rPr lang="en-US" sz="1400" dirty="0"/>
              <a:t> Monat: April</a:t>
            </a:r>
          </a:p>
        </p:txBody>
      </p:sp>
      <p:sp>
        <p:nvSpPr>
          <p:cNvPr id="7" name="Kennzahl Karte 2"/>
          <p:cNvSpPr/>
          <p:nvPr/>
        </p:nvSpPr>
        <p:spPr>
          <a:xfrm>
            <a:off x="548640" y="3154680"/>
            <a:ext cx="38404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Kennzahl Wert 2"/>
          <p:cNvSpPr txBox="1"/>
          <p:nvPr/>
        </p:nvSpPr>
        <p:spPr>
          <a:xfrm>
            <a:off x="681197" y="3291840"/>
            <a:ext cx="36391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chemeClr val="accent1"/>
                </a:solidFill>
              </a:rPr>
              <a:t>Beliebteste</a:t>
            </a:r>
            <a:r>
              <a:rPr lang="en-US" b="1" dirty="0">
                <a:solidFill>
                  <a:schemeClr val="accent1"/>
                </a:solidFill>
              </a:rPr>
              <a:t> / </a:t>
            </a:r>
            <a:r>
              <a:rPr lang="en-US" b="1" dirty="0" err="1">
                <a:solidFill>
                  <a:schemeClr val="accent1"/>
                </a:solidFill>
              </a:rPr>
              <a:t>unbeliebteste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Sportart</a:t>
            </a:r>
            <a:r>
              <a:rPr lang="en-US" b="1" dirty="0">
                <a:solidFill>
                  <a:schemeClr val="accent1"/>
                </a:solidFill>
              </a:rPr>
              <a:t> in </a:t>
            </a:r>
            <a:r>
              <a:rPr lang="en-US" b="1" dirty="0" err="1">
                <a:solidFill>
                  <a:schemeClr val="accent1"/>
                </a:solidFill>
              </a:rPr>
              <a:t>untershiedlichen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Altersgruppen</a:t>
            </a:r>
            <a:r>
              <a:rPr lang="en-US" b="1" dirty="0">
                <a:solidFill>
                  <a:schemeClr val="accent1"/>
                </a:solidFill>
              </a:rPr>
              <a:t> und </a:t>
            </a:r>
            <a:r>
              <a:rPr lang="en-US" b="1" dirty="0" err="1">
                <a:solidFill>
                  <a:schemeClr val="accent1"/>
                </a:solidFill>
              </a:rPr>
              <a:t>altersübergreifend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9" name="Kennzahl Label 2"/>
          <p:cNvSpPr txBox="1"/>
          <p:nvPr/>
        </p:nvSpPr>
        <p:spPr>
          <a:xfrm>
            <a:off x="712493" y="4160520"/>
            <a:ext cx="377174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Hockey: 25</a:t>
            </a:r>
            <a:r>
              <a:rPr lang="en-US" sz="1400" dirty="0"/>
              <a:t>, Basketball: 11</a:t>
            </a:r>
          </a:p>
        </p:txBody>
      </p:sp>
      <p:sp>
        <p:nvSpPr>
          <p:cNvPr id="10" name="Kennzahl Karte 3"/>
          <p:cNvSpPr/>
          <p:nvPr/>
        </p:nvSpPr>
        <p:spPr>
          <a:xfrm>
            <a:off x="548640" y="4709160"/>
            <a:ext cx="38404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Kennzahl Wert 3"/>
          <p:cNvSpPr txBox="1"/>
          <p:nvPr/>
        </p:nvSpPr>
        <p:spPr>
          <a:xfrm>
            <a:off x="681197" y="4783723"/>
            <a:ext cx="36391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chemeClr val="accent1"/>
                </a:solidFill>
              </a:rPr>
              <a:t>Anteil</a:t>
            </a:r>
            <a:r>
              <a:rPr lang="en-US" b="1" dirty="0">
                <a:solidFill>
                  <a:schemeClr val="accent1"/>
                </a:solidFill>
              </a:rPr>
              <a:t> der </a:t>
            </a:r>
            <a:r>
              <a:rPr lang="en-US" b="1" dirty="0" err="1">
                <a:solidFill>
                  <a:schemeClr val="accent1"/>
                </a:solidFill>
              </a:rPr>
              <a:t>Mitglieder</a:t>
            </a:r>
            <a:r>
              <a:rPr lang="en-US" b="1" dirty="0">
                <a:solidFill>
                  <a:schemeClr val="accent1"/>
                </a:solidFill>
              </a:rPr>
              <a:t>/ </a:t>
            </a:r>
            <a:r>
              <a:rPr lang="en-US" b="1" dirty="0" err="1">
                <a:solidFill>
                  <a:schemeClr val="accent1"/>
                </a:solidFill>
              </a:rPr>
              <a:t>nicht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Mitglieder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unter</a:t>
            </a:r>
            <a:r>
              <a:rPr lang="en-US" b="1" dirty="0">
                <a:solidFill>
                  <a:schemeClr val="accent1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Teilnehmer</a:t>
            </a:r>
            <a:endParaRPr lang="en-US" dirty="0"/>
          </a:p>
        </p:txBody>
      </p:sp>
      <p:sp>
        <p:nvSpPr>
          <p:cNvPr id="12" name="Kennzahl Label 3"/>
          <p:cNvSpPr txBox="1"/>
          <p:nvPr/>
        </p:nvSpPr>
        <p:spPr>
          <a:xfrm>
            <a:off x="712493" y="5577840"/>
            <a:ext cx="36391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Von 400 </a:t>
            </a:r>
            <a:r>
              <a:rPr lang="en-US" sz="1400" dirty="0" err="1">
                <a:solidFill>
                  <a:schemeClr val="tx1"/>
                </a:solidFill>
              </a:rPr>
              <a:t>Anmeldungen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sind</a:t>
            </a:r>
            <a:r>
              <a:rPr lang="en-US" sz="1400" dirty="0">
                <a:solidFill>
                  <a:schemeClr val="tx1"/>
                </a:solidFill>
              </a:rPr>
              <a:t> 173 </a:t>
            </a:r>
            <a:r>
              <a:rPr lang="en-US" sz="1400" dirty="0" err="1">
                <a:solidFill>
                  <a:schemeClr val="tx1"/>
                </a:solidFill>
              </a:rPr>
              <a:t>keine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Mitglieder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F5330D17-8F11-46AB-A726-D1EF6DC73F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2384582"/>
              </p:ext>
            </p:extLst>
          </p:nvPr>
        </p:nvGraphicFramePr>
        <p:xfrm>
          <a:off x="4785107" y="1530734"/>
          <a:ext cx="6855205" cy="45737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9202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Vielen Dank!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4747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3"/>
                </a:solidFill>
              </a:rPr>
              <a:t>Fragen &amp; Feedback</a:t>
            </a:r>
            <a:endParaRPr lang="en-US" sz="2400" dirty="0"/>
          </a:p>
        </p:txBody>
      </p:sp>
      <p:sp>
        <p:nvSpPr>
          <p:cNvPr id="6" name="Deko Kreis groß"/>
          <p:cNvSpPr/>
          <p:nvPr/>
        </p:nvSpPr>
        <p:spPr>
          <a:xfrm>
            <a:off x="7863840" y="914400"/>
            <a:ext cx="3840480" cy="3840480"/>
          </a:xfrm>
          <a:prstGeom prst="ellipse">
            <a:avLst/>
          </a:prstGeom>
          <a:solidFill>
            <a:schemeClr val="accent1">
              <a:alpha val="65000"/>
            </a:scheme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Deko Kreis Akzent"/>
          <p:cNvSpPr/>
          <p:nvPr/>
        </p:nvSpPr>
        <p:spPr>
          <a:xfrm>
            <a:off x="10241280" y="420624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Deko Kreis Kontur"/>
          <p:cNvSpPr/>
          <p:nvPr/>
        </p:nvSpPr>
        <p:spPr>
          <a:xfrm>
            <a:off x="7223760" y="4297680"/>
            <a:ext cx="1097280" cy="1097280"/>
          </a:xfrm>
          <a:prstGeom prst="ellipse">
            <a:avLst/>
          </a:prstGeom>
          <a:solidFill>
            <a:schemeClr val="tx2">
              <a:alpha val="0"/>
            </a:schemeClr>
          </a:solidFill>
          <a:ln w="254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Deko Icon" descr="Deko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05740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jekt Daten &amp; Dashboard">
  <a:themeElements>
    <a:clrScheme name="Projekt Daten &amp; Dashboard">
      <a:dk1>
        <a:srgbClr val="1B2B34"/>
      </a:dk1>
      <a:lt1>
        <a:srgbClr val="FFFFFF"/>
      </a:lt1>
      <a:dk2>
        <a:srgbClr val="0B3C49"/>
      </a:dk2>
      <a:lt2>
        <a:srgbClr val="EEF3F4"/>
      </a:lt2>
      <a:accent1>
        <a:srgbClr val="1C7C7D"/>
      </a:accent1>
      <a:accent2>
        <a:srgbClr val="F2A541"/>
      </a:accent2>
      <a:accent3>
        <a:srgbClr val="5FB3B3"/>
      </a:accent3>
      <a:accent4>
        <a:srgbClr val="5C6F78"/>
      </a:accent4>
      <a:accent5>
        <a:srgbClr val="D1495B"/>
      </a:accent5>
      <a:accent6>
        <a:srgbClr val="3E8E5A"/>
      </a:accent6>
      <a:hlink>
        <a:srgbClr val="1C7C7D"/>
      </a:hlink>
      <a:folHlink>
        <a:srgbClr val="5C6F78"/>
      </a:folHlink>
    </a:clrScheme>
    <a:fontScheme name="Projekt Daten &amp; Dashbo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716</Words>
  <Application>Microsoft Office PowerPoint</Application>
  <PresentationFormat>Breitbild</PresentationFormat>
  <Paragraphs>174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6" baseType="lpstr">
      <vt:lpstr>Abadi</vt:lpstr>
      <vt:lpstr>Abadi ExtraLight</vt:lpstr>
      <vt:lpstr>Aptos</vt:lpstr>
      <vt:lpstr>Aptos Narrow</vt:lpstr>
      <vt:lpstr>Arial</vt:lpstr>
      <vt:lpstr>Calibri</vt:lpstr>
      <vt:lpstr>Projekt Daten &amp; Dashboard</vt:lpstr>
      <vt:lpstr>Buchung Sportkurse</vt:lpstr>
      <vt:lpstr>Agenda</vt:lpstr>
      <vt:lpstr>Projektidee &amp; Ziel</vt:lpstr>
      <vt:lpstr>Teamorganisation über Jira</vt:lpstr>
      <vt:lpstr>Datengenerierung mit Python</vt:lpstr>
      <vt:lpstr>Von den Rohdaten zum Dashboard</vt:lpstr>
      <vt:lpstr>Unser Excel-Dashboard</vt:lpstr>
      <vt:lpstr>Erkenntnisse aus der Analyse</vt:lpstr>
      <vt:lpstr>Vielen Dank!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Projektpräsentation</dc:title>
  <dc:subject>PptxGenJS Presentation</dc:subject>
  <dc:creator>[Name 1] &amp; [Name 2]</dc:creator>
  <cp:lastModifiedBy>F B</cp:lastModifiedBy>
  <cp:revision>1</cp:revision>
  <dcterms:created xsi:type="dcterms:W3CDTF">2026-10-22T11:47:48Z</dcterms:created>
  <dcterms:modified xsi:type="dcterms:W3CDTF">2026-10-23T08:41:01Z</dcterms:modified>
</cp:coreProperties>
</file>